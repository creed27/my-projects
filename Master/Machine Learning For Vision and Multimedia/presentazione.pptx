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14"/>
  </p:notesMasterIdLst>
  <p:handoutMasterIdLst>
    <p:handoutMasterId r:id="rId15"/>
  </p:handoutMasterIdLst>
  <p:sldIdLst>
    <p:sldId id="278" r:id="rId5"/>
    <p:sldId id="282" r:id="rId6"/>
    <p:sldId id="284" r:id="rId7"/>
    <p:sldId id="293" r:id="rId8"/>
    <p:sldId id="294" r:id="rId9"/>
    <p:sldId id="295" r:id="rId10"/>
    <p:sldId id="297" r:id="rId11"/>
    <p:sldId id="296" r:id="rId12"/>
    <p:sldId id="292" r:id="rId13"/>
  </p:sldIdLst>
  <p:sldSz cx="12192000" cy="6858000"/>
  <p:notesSz cx="6858000" cy="9144000"/>
  <p:defaultTextStyle>
    <a:defPPr rtl="0">
      <a:defRPr lang="it-IT"/>
    </a:defPPr>
    <a:lvl1pPr marL="0" algn="l" defTabSz="914400" rtl="0" eaLnBrk="1" latinLnBrk="0" hangingPunct="1">
      <a:defRPr lang="it-IT" sz="1800" kern="1200">
        <a:solidFill>
          <a:schemeClr val="tx1"/>
        </a:solidFill>
        <a:latin typeface="+mn-lt"/>
        <a:ea typeface="+mn-ea"/>
        <a:cs typeface="+mn-cs"/>
      </a:defRPr>
    </a:lvl1pPr>
    <a:lvl2pPr marL="457200" algn="l" defTabSz="914400" rtl="0" eaLnBrk="1" latinLnBrk="0" hangingPunct="1">
      <a:defRPr lang="it-IT" sz="1800" kern="1200">
        <a:solidFill>
          <a:schemeClr val="tx1"/>
        </a:solidFill>
        <a:latin typeface="+mn-lt"/>
        <a:ea typeface="+mn-ea"/>
        <a:cs typeface="+mn-cs"/>
      </a:defRPr>
    </a:lvl2pPr>
    <a:lvl3pPr marL="914400" algn="l" defTabSz="914400" rtl="0" eaLnBrk="1" latinLnBrk="0" hangingPunct="1">
      <a:defRPr lang="it-IT" sz="1800" kern="1200">
        <a:solidFill>
          <a:schemeClr val="tx1"/>
        </a:solidFill>
        <a:latin typeface="+mn-lt"/>
        <a:ea typeface="+mn-ea"/>
        <a:cs typeface="+mn-cs"/>
      </a:defRPr>
    </a:lvl3pPr>
    <a:lvl4pPr marL="1371600" algn="l" defTabSz="914400" rtl="0" eaLnBrk="1" latinLnBrk="0" hangingPunct="1">
      <a:defRPr lang="it-IT" sz="1800" kern="1200">
        <a:solidFill>
          <a:schemeClr val="tx1"/>
        </a:solidFill>
        <a:latin typeface="+mn-lt"/>
        <a:ea typeface="+mn-ea"/>
        <a:cs typeface="+mn-cs"/>
      </a:defRPr>
    </a:lvl4pPr>
    <a:lvl5pPr marL="1828800" algn="l" defTabSz="914400" rtl="0" eaLnBrk="1" latinLnBrk="0" hangingPunct="1">
      <a:defRPr lang="it-IT" sz="1800" kern="1200">
        <a:solidFill>
          <a:schemeClr val="tx1"/>
        </a:solidFill>
        <a:latin typeface="+mn-lt"/>
        <a:ea typeface="+mn-ea"/>
        <a:cs typeface="+mn-cs"/>
      </a:defRPr>
    </a:lvl5pPr>
    <a:lvl6pPr marL="2286000" algn="l" defTabSz="914400" rtl="0" eaLnBrk="1" latinLnBrk="0" hangingPunct="1">
      <a:defRPr lang="it-IT" sz="1800" kern="1200">
        <a:solidFill>
          <a:schemeClr val="tx1"/>
        </a:solidFill>
        <a:latin typeface="+mn-lt"/>
        <a:ea typeface="+mn-ea"/>
        <a:cs typeface="+mn-cs"/>
      </a:defRPr>
    </a:lvl6pPr>
    <a:lvl7pPr marL="2743200" algn="l" defTabSz="914400" rtl="0" eaLnBrk="1" latinLnBrk="0" hangingPunct="1">
      <a:defRPr lang="it-IT" sz="1800" kern="1200">
        <a:solidFill>
          <a:schemeClr val="tx1"/>
        </a:solidFill>
        <a:latin typeface="+mn-lt"/>
        <a:ea typeface="+mn-ea"/>
        <a:cs typeface="+mn-cs"/>
      </a:defRPr>
    </a:lvl7pPr>
    <a:lvl8pPr marL="3200400" algn="l" defTabSz="914400" rtl="0" eaLnBrk="1" latinLnBrk="0" hangingPunct="1">
      <a:defRPr lang="it-IT" sz="1800" kern="1200">
        <a:solidFill>
          <a:schemeClr val="tx1"/>
        </a:solidFill>
        <a:latin typeface="+mn-lt"/>
        <a:ea typeface="+mn-ea"/>
        <a:cs typeface="+mn-cs"/>
      </a:defRPr>
    </a:lvl8pPr>
    <a:lvl9pPr marL="3657600" algn="l" defTabSz="914400" rtl="0" eaLnBrk="1" latinLnBrk="0" hangingPunct="1">
      <a:defRPr lang="it-IT"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BEAACD-BABB-CC78-79FA-210305355272}" v="20" dt="2024-07-17T14:51:44.696"/>
    <p1510:client id="{A56AC726-2AE0-44FF-8ED7-F7B619051AA5}" v="832" dt="2024-07-18T10:25:38.467"/>
    <p1510:client id="{F4F3E772-359C-4E89-9F64-5845E7CB9B49}" v="941" dt="2024-07-17T15:05:55.400"/>
  </p1510:revLst>
</p1510:revInfo>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p:cViewPr varScale="1">
        <p:scale>
          <a:sx n="78" d="100"/>
          <a:sy n="78" d="100"/>
        </p:scale>
        <p:origin x="878" y="72"/>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82" d="100"/>
          <a:sy n="82" d="100"/>
        </p:scale>
        <p:origin x="394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zza  Pietro" userId="1474a884-571a-4dcf-b2e5-20a068b5cb38" providerId="ADAL" clId="{F4F3E772-359C-4E89-9F64-5845E7CB9B49}"/>
    <pc:docChg chg="custSel addSld delSld modSld">
      <pc:chgData name="Mazza  Pietro" userId="1474a884-571a-4dcf-b2e5-20a068b5cb38" providerId="ADAL" clId="{F4F3E772-359C-4E89-9F64-5845E7CB9B49}" dt="2024-07-17T15:05:33.712" v="974" actId="14100"/>
      <pc:docMkLst>
        <pc:docMk/>
      </pc:docMkLst>
      <pc:sldChg chg="del">
        <pc:chgData name="Mazza  Pietro" userId="1474a884-571a-4dcf-b2e5-20a068b5cb38" providerId="ADAL" clId="{F4F3E772-359C-4E89-9F64-5845E7CB9B49}" dt="2024-07-17T09:53:40.602" v="1" actId="47"/>
        <pc:sldMkLst>
          <pc:docMk/>
          <pc:sldMk cId="1839748091" sldId="271"/>
        </pc:sldMkLst>
      </pc:sldChg>
      <pc:sldChg chg="del">
        <pc:chgData name="Mazza  Pietro" userId="1474a884-571a-4dcf-b2e5-20a068b5cb38" providerId="ADAL" clId="{F4F3E772-359C-4E89-9F64-5845E7CB9B49}" dt="2024-07-17T09:53:38.841" v="0" actId="47"/>
        <pc:sldMkLst>
          <pc:docMk/>
          <pc:sldMk cId="1388592114" sldId="283"/>
        </pc:sldMkLst>
      </pc:sldChg>
      <pc:sldChg chg="del">
        <pc:chgData name="Mazza  Pietro" userId="1474a884-571a-4dcf-b2e5-20a068b5cb38" providerId="ADAL" clId="{F4F3E772-359C-4E89-9F64-5845E7CB9B49}" dt="2024-07-17T09:54:57.973" v="28" actId="47"/>
        <pc:sldMkLst>
          <pc:docMk/>
          <pc:sldMk cId="2855514139" sldId="285"/>
        </pc:sldMkLst>
      </pc:sldChg>
      <pc:sldChg chg="del">
        <pc:chgData name="Mazza  Pietro" userId="1474a884-571a-4dcf-b2e5-20a068b5cb38" providerId="ADAL" clId="{F4F3E772-359C-4E89-9F64-5845E7CB9B49}" dt="2024-07-17T09:55:00.149" v="29" actId="47"/>
        <pc:sldMkLst>
          <pc:docMk/>
          <pc:sldMk cId="233018862" sldId="286"/>
        </pc:sldMkLst>
      </pc:sldChg>
      <pc:sldChg chg="del">
        <pc:chgData name="Mazza  Pietro" userId="1474a884-571a-4dcf-b2e5-20a068b5cb38" providerId="ADAL" clId="{F4F3E772-359C-4E89-9F64-5845E7CB9B49}" dt="2024-07-17T09:55:01.242" v="30" actId="47"/>
        <pc:sldMkLst>
          <pc:docMk/>
          <pc:sldMk cId="3353460760" sldId="287"/>
        </pc:sldMkLst>
      </pc:sldChg>
      <pc:sldChg chg="del">
        <pc:chgData name="Mazza  Pietro" userId="1474a884-571a-4dcf-b2e5-20a068b5cb38" providerId="ADAL" clId="{F4F3E772-359C-4E89-9F64-5845E7CB9B49}" dt="2024-07-17T09:55:02.637" v="31" actId="47"/>
        <pc:sldMkLst>
          <pc:docMk/>
          <pc:sldMk cId="414523832" sldId="288"/>
        </pc:sldMkLst>
      </pc:sldChg>
      <pc:sldChg chg="del">
        <pc:chgData name="Mazza  Pietro" userId="1474a884-571a-4dcf-b2e5-20a068b5cb38" providerId="ADAL" clId="{F4F3E772-359C-4E89-9F64-5845E7CB9B49}" dt="2024-07-17T09:55:03.301" v="32" actId="47"/>
        <pc:sldMkLst>
          <pc:docMk/>
          <pc:sldMk cId="314440392" sldId="289"/>
        </pc:sldMkLst>
      </pc:sldChg>
      <pc:sldChg chg="del">
        <pc:chgData name="Mazza  Pietro" userId="1474a884-571a-4dcf-b2e5-20a068b5cb38" providerId="ADAL" clId="{F4F3E772-359C-4E89-9F64-5845E7CB9B49}" dt="2024-07-17T09:55:04.459" v="33" actId="47"/>
        <pc:sldMkLst>
          <pc:docMk/>
          <pc:sldMk cId="118667928" sldId="290"/>
        </pc:sldMkLst>
      </pc:sldChg>
      <pc:sldChg chg="del">
        <pc:chgData name="Mazza  Pietro" userId="1474a884-571a-4dcf-b2e5-20a068b5cb38" providerId="ADAL" clId="{F4F3E772-359C-4E89-9F64-5845E7CB9B49}" dt="2024-07-17T09:55:05.092" v="34" actId="47"/>
        <pc:sldMkLst>
          <pc:docMk/>
          <pc:sldMk cId="849465297" sldId="291"/>
        </pc:sldMkLst>
      </pc:sldChg>
      <pc:sldChg chg="modSp mod">
        <pc:chgData name="Mazza  Pietro" userId="1474a884-571a-4dcf-b2e5-20a068b5cb38" providerId="ADAL" clId="{F4F3E772-359C-4E89-9F64-5845E7CB9B49}" dt="2024-07-17T15:05:33.712" v="974" actId="14100"/>
        <pc:sldMkLst>
          <pc:docMk/>
          <pc:sldMk cId="2547630249" sldId="292"/>
        </pc:sldMkLst>
        <pc:spChg chg="mod">
          <ac:chgData name="Mazza  Pietro" userId="1474a884-571a-4dcf-b2e5-20a068b5cb38" providerId="ADAL" clId="{F4F3E772-359C-4E89-9F64-5845E7CB9B49}" dt="2024-07-17T15:05:33.712" v="974" actId="14100"/>
          <ac:spMkLst>
            <pc:docMk/>
            <pc:sldMk cId="2547630249" sldId="292"/>
            <ac:spMk id="3" creationId="{1BE98EFF-197D-3136-70B9-7BBD30A48931}"/>
          </ac:spMkLst>
        </pc:spChg>
      </pc:sldChg>
      <pc:sldChg chg="modSp add mod">
        <pc:chgData name="Mazza  Pietro" userId="1474a884-571a-4dcf-b2e5-20a068b5cb38" providerId="ADAL" clId="{F4F3E772-359C-4E89-9F64-5845E7CB9B49}" dt="2024-07-17T14:48:36.295" v="971" actId="20577"/>
        <pc:sldMkLst>
          <pc:docMk/>
          <pc:sldMk cId="666333832" sldId="296"/>
        </pc:sldMkLst>
        <pc:spChg chg="mod">
          <ac:chgData name="Mazza  Pietro" userId="1474a884-571a-4dcf-b2e5-20a068b5cb38" providerId="ADAL" clId="{F4F3E772-359C-4E89-9F64-5845E7CB9B49}" dt="2024-07-17T09:54:42.358" v="26" actId="20577"/>
          <ac:spMkLst>
            <pc:docMk/>
            <pc:sldMk cId="666333832" sldId="296"/>
            <ac:spMk id="2" creationId="{1C72343A-9CB0-F2AD-EF62-5DEE3E97F956}"/>
          </ac:spMkLst>
        </pc:spChg>
        <pc:spChg chg="mod">
          <ac:chgData name="Mazza  Pietro" userId="1474a884-571a-4dcf-b2e5-20a068b5cb38" providerId="ADAL" clId="{F4F3E772-359C-4E89-9F64-5845E7CB9B49}" dt="2024-07-17T14:48:36.295" v="971" actId="20577"/>
          <ac:spMkLst>
            <pc:docMk/>
            <pc:sldMk cId="666333832" sldId="296"/>
            <ac:spMk id="3" creationId="{1C6744DD-5BC8-42C8-4313-13CE95ED575B}"/>
          </ac:spMkLst>
        </pc:spChg>
      </pc:sldChg>
      <pc:sldChg chg="modSp add mod">
        <pc:chgData name="Mazza  Pietro" userId="1474a884-571a-4dcf-b2e5-20a068b5cb38" providerId="ADAL" clId="{F4F3E772-359C-4E89-9F64-5845E7CB9B49}" dt="2024-07-17T09:54:35.911" v="15" actId="20577"/>
        <pc:sldMkLst>
          <pc:docMk/>
          <pc:sldMk cId="2353109993" sldId="297"/>
        </pc:sldMkLst>
        <pc:spChg chg="mod">
          <ac:chgData name="Mazza  Pietro" userId="1474a884-571a-4dcf-b2e5-20a068b5cb38" providerId="ADAL" clId="{F4F3E772-359C-4E89-9F64-5845E7CB9B49}" dt="2024-07-17T09:54:32.608" v="14" actId="20577"/>
          <ac:spMkLst>
            <pc:docMk/>
            <pc:sldMk cId="2353109993" sldId="297"/>
            <ac:spMk id="2" creationId="{1C72343A-9CB0-F2AD-EF62-5DEE3E97F956}"/>
          </ac:spMkLst>
        </pc:spChg>
        <pc:spChg chg="mod">
          <ac:chgData name="Mazza  Pietro" userId="1474a884-571a-4dcf-b2e5-20a068b5cb38" providerId="ADAL" clId="{F4F3E772-359C-4E89-9F64-5845E7CB9B49}" dt="2024-07-17T09:54:35.911" v="15" actId="20577"/>
          <ac:spMkLst>
            <pc:docMk/>
            <pc:sldMk cId="2353109993" sldId="297"/>
            <ac:spMk id="3" creationId="{1C6744DD-5BC8-42C8-4313-13CE95ED575B}"/>
          </ac:spMkLst>
        </pc:spChg>
      </pc:sldChg>
      <pc:sldMasterChg chg="delSldLayout">
        <pc:chgData name="Mazza  Pietro" userId="1474a884-571a-4dcf-b2e5-20a068b5cb38" providerId="ADAL" clId="{F4F3E772-359C-4E89-9F64-5845E7CB9B49}" dt="2024-07-17T09:55:05.092" v="34" actId="47"/>
        <pc:sldMasterMkLst>
          <pc:docMk/>
          <pc:sldMasterMk cId="2521255718" sldId="2147483684"/>
        </pc:sldMasterMkLst>
        <pc:sldLayoutChg chg="del">
          <pc:chgData name="Mazza  Pietro" userId="1474a884-571a-4dcf-b2e5-20a068b5cb38" providerId="ADAL" clId="{F4F3E772-359C-4E89-9F64-5845E7CB9B49}" dt="2024-07-17T09:53:40.602" v="1" actId="47"/>
          <pc:sldLayoutMkLst>
            <pc:docMk/>
            <pc:sldMasterMk cId="2521255718" sldId="2147483684"/>
            <pc:sldLayoutMk cId="372899782" sldId="2147483696"/>
          </pc:sldLayoutMkLst>
        </pc:sldLayoutChg>
        <pc:sldLayoutChg chg="del">
          <pc:chgData name="Mazza  Pietro" userId="1474a884-571a-4dcf-b2e5-20a068b5cb38" providerId="ADAL" clId="{F4F3E772-359C-4E89-9F64-5845E7CB9B49}" dt="2024-07-17T09:53:38.841" v="0" actId="47"/>
          <pc:sldLayoutMkLst>
            <pc:docMk/>
            <pc:sldMasterMk cId="2521255718" sldId="2147483684"/>
            <pc:sldLayoutMk cId="3650073892" sldId="2147483697"/>
          </pc:sldLayoutMkLst>
        </pc:sldLayoutChg>
        <pc:sldLayoutChg chg="del">
          <pc:chgData name="Mazza  Pietro" userId="1474a884-571a-4dcf-b2e5-20a068b5cb38" providerId="ADAL" clId="{F4F3E772-359C-4E89-9F64-5845E7CB9B49}" dt="2024-07-17T09:54:57.973" v="28" actId="47"/>
          <pc:sldLayoutMkLst>
            <pc:docMk/>
            <pc:sldMasterMk cId="2521255718" sldId="2147483684"/>
            <pc:sldLayoutMk cId="353552021" sldId="2147483698"/>
          </pc:sldLayoutMkLst>
        </pc:sldLayoutChg>
        <pc:sldLayoutChg chg="del">
          <pc:chgData name="Mazza  Pietro" userId="1474a884-571a-4dcf-b2e5-20a068b5cb38" providerId="ADAL" clId="{F4F3E772-359C-4E89-9F64-5845E7CB9B49}" dt="2024-07-17T09:55:02.637" v="31" actId="47"/>
          <pc:sldLayoutMkLst>
            <pc:docMk/>
            <pc:sldMasterMk cId="2521255718" sldId="2147483684"/>
            <pc:sldLayoutMk cId="2435617698" sldId="2147483699"/>
          </pc:sldLayoutMkLst>
        </pc:sldLayoutChg>
        <pc:sldLayoutChg chg="del">
          <pc:chgData name="Mazza  Pietro" userId="1474a884-571a-4dcf-b2e5-20a068b5cb38" providerId="ADAL" clId="{F4F3E772-359C-4E89-9F64-5845E7CB9B49}" dt="2024-07-17T09:55:03.301" v="32" actId="47"/>
          <pc:sldLayoutMkLst>
            <pc:docMk/>
            <pc:sldMasterMk cId="2521255718" sldId="2147483684"/>
            <pc:sldLayoutMk cId="2019083638" sldId="2147483700"/>
          </pc:sldLayoutMkLst>
        </pc:sldLayoutChg>
        <pc:sldLayoutChg chg="del">
          <pc:chgData name="Mazza  Pietro" userId="1474a884-571a-4dcf-b2e5-20a068b5cb38" providerId="ADAL" clId="{F4F3E772-359C-4E89-9F64-5845E7CB9B49}" dt="2024-07-17T09:55:05.092" v="34" actId="47"/>
          <pc:sldLayoutMkLst>
            <pc:docMk/>
            <pc:sldMasterMk cId="2521255718" sldId="2147483684"/>
            <pc:sldLayoutMk cId="100879375" sldId="2147483701"/>
          </pc:sldLayoutMkLst>
        </pc:sldLayoutChg>
      </pc:sldMasterChg>
    </pc:docChg>
  </pc:docChgLst>
  <pc:docChgLst>
    <pc:chgData name="Ravagli  Amedeo" userId="a9a50a36-9e1b-45d8-bcc3-23f542b6fcc8" providerId="ADAL" clId="{A56AC726-2AE0-44FF-8ED7-F7B619051AA5}"/>
    <pc:docChg chg="undo custSel modSld">
      <pc:chgData name="Ravagli  Amedeo" userId="a9a50a36-9e1b-45d8-bcc3-23f542b6fcc8" providerId="ADAL" clId="{A56AC726-2AE0-44FF-8ED7-F7B619051AA5}" dt="2024-07-18T10:30:37.413" v="1094" actId="20577"/>
      <pc:docMkLst>
        <pc:docMk/>
      </pc:docMkLst>
      <pc:sldChg chg="modSp mod">
        <pc:chgData name="Ravagli  Amedeo" userId="a9a50a36-9e1b-45d8-bcc3-23f542b6fcc8" providerId="ADAL" clId="{A56AC726-2AE0-44FF-8ED7-F7B619051AA5}" dt="2024-07-17T15:08:12.651" v="912" actId="1076"/>
        <pc:sldMkLst>
          <pc:docMk/>
          <pc:sldMk cId="2547630249" sldId="292"/>
        </pc:sldMkLst>
        <pc:spChg chg="mod">
          <ac:chgData name="Ravagli  Amedeo" userId="a9a50a36-9e1b-45d8-bcc3-23f542b6fcc8" providerId="ADAL" clId="{A56AC726-2AE0-44FF-8ED7-F7B619051AA5}" dt="2024-07-17T15:08:12.651" v="912" actId="1076"/>
          <ac:spMkLst>
            <pc:docMk/>
            <pc:sldMk cId="2547630249" sldId="292"/>
            <ac:spMk id="3" creationId="{1BE98EFF-197D-3136-70B9-7BBD30A48931}"/>
          </ac:spMkLst>
        </pc:spChg>
      </pc:sldChg>
      <pc:sldChg chg="modSp mod">
        <pc:chgData name="Ravagli  Amedeo" userId="a9a50a36-9e1b-45d8-bcc3-23f542b6fcc8" providerId="ADAL" clId="{A56AC726-2AE0-44FF-8ED7-F7B619051AA5}" dt="2024-07-18T10:30:37.413" v="1094" actId="20577"/>
        <pc:sldMkLst>
          <pc:docMk/>
          <pc:sldMk cId="2857365319" sldId="295"/>
        </pc:sldMkLst>
        <pc:spChg chg="mod">
          <ac:chgData name="Ravagli  Amedeo" userId="a9a50a36-9e1b-45d8-bcc3-23f542b6fcc8" providerId="ADAL" clId="{A56AC726-2AE0-44FF-8ED7-F7B619051AA5}" dt="2024-07-18T10:30:37.413" v="1094" actId="20577"/>
          <ac:spMkLst>
            <pc:docMk/>
            <pc:sldMk cId="2857365319" sldId="295"/>
            <ac:spMk id="3" creationId="{1C6744DD-5BC8-42C8-4313-13CE95ED575B}"/>
          </ac:spMkLst>
        </pc:spChg>
      </pc:sldChg>
      <pc:sldChg chg="addSp delSp modSp mod modClrScheme chgLayout">
        <pc:chgData name="Ravagli  Amedeo" userId="a9a50a36-9e1b-45d8-bcc3-23f542b6fcc8" providerId="ADAL" clId="{A56AC726-2AE0-44FF-8ED7-F7B619051AA5}" dt="2024-07-17T14:56:59.170" v="910" actId="1076"/>
        <pc:sldMkLst>
          <pc:docMk/>
          <pc:sldMk cId="666333832" sldId="296"/>
        </pc:sldMkLst>
        <pc:spChg chg="mod">
          <ac:chgData name="Ravagli  Amedeo" userId="a9a50a36-9e1b-45d8-bcc3-23f542b6fcc8" providerId="ADAL" clId="{A56AC726-2AE0-44FF-8ED7-F7B619051AA5}" dt="2024-07-17T14:56:46.760" v="907" actId="26606"/>
          <ac:spMkLst>
            <pc:docMk/>
            <pc:sldMk cId="666333832" sldId="296"/>
            <ac:spMk id="2" creationId="{1C72343A-9CB0-F2AD-EF62-5DEE3E97F956}"/>
          </ac:spMkLst>
        </pc:spChg>
        <pc:spChg chg="mod">
          <ac:chgData name="Ravagli  Amedeo" userId="a9a50a36-9e1b-45d8-bcc3-23f542b6fcc8" providerId="ADAL" clId="{A56AC726-2AE0-44FF-8ED7-F7B619051AA5}" dt="2024-07-17T14:56:46.760" v="907" actId="26606"/>
          <ac:spMkLst>
            <pc:docMk/>
            <pc:sldMk cId="666333832" sldId="296"/>
            <ac:spMk id="3" creationId="{1C6744DD-5BC8-42C8-4313-13CE95ED575B}"/>
          </ac:spMkLst>
        </pc:spChg>
        <pc:picChg chg="add del mod modCrop">
          <ac:chgData name="Ravagli  Amedeo" userId="a9a50a36-9e1b-45d8-bcc3-23f542b6fcc8" providerId="ADAL" clId="{A56AC726-2AE0-44FF-8ED7-F7B619051AA5}" dt="2024-07-17T14:56:12.733" v="901" actId="478"/>
          <ac:picMkLst>
            <pc:docMk/>
            <pc:sldMk cId="666333832" sldId="296"/>
            <ac:picMk id="5" creationId="{0119B2D8-7E62-B006-C046-E255714DC0F0}"/>
          </ac:picMkLst>
        </pc:picChg>
        <pc:picChg chg="add mod modCrop">
          <ac:chgData name="Ravagli  Amedeo" userId="a9a50a36-9e1b-45d8-bcc3-23f542b6fcc8" providerId="ADAL" clId="{A56AC726-2AE0-44FF-8ED7-F7B619051AA5}" dt="2024-07-17T14:56:59.170" v="910" actId="1076"/>
          <ac:picMkLst>
            <pc:docMk/>
            <pc:sldMk cId="666333832" sldId="296"/>
            <ac:picMk id="7" creationId="{265D4CF6-519C-4F95-3252-E6CC4B698388}"/>
          </ac:picMkLst>
        </pc:picChg>
      </pc:sldChg>
      <pc:sldChg chg="addSp delSp modSp mod">
        <pc:chgData name="Ravagli  Amedeo" userId="a9a50a36-9e1b-45d8-bcc3-23f542b6fcc8" providerId="ADAL" clId="{A56AC726-2AE0-44FF-8ED7-F7B619051AA5}" dt="2024-07-17T14:54:01.439" v="895" actId="20577"/>
        <pc:sldMkLst>
          <pc:docMk/>
          <pc:sldMk cId="2353109993" sldId="297"/>
        </pc:sldMkLst>
        <pc:spChg chg="del">
          <ac:chgData name="Ravagli  Amedeo" userId="a9a50a36-9e1b-45d8-bcc3-23f542b6fcc8" providerId="ADAL" clId="{A56AC726-2AE0-44FF-8ED7-F7B619051AA5}" dt="2024-07-17T14:32:57.142" v="0"/>
          <ac:spMkLst>
            <pc:docMk/>
            <pc:sldMk cId="2353109993" sldId="297"/>
            <ac:spMk id="3" creationId="{1C6744DD-5BC8-42C8-4313-13CE95ED575B}"/>
          </ac:spMkLst>
        </pc:spChg>
        <pc:spChg chg="add del">
          <ac:chgData name="Ravagli  Amedeo" userId="a9a50a36-9e1b-45d8-bcc3-23f542b6fcc8" providerId="ADAL" clId="{A56AC726-2AE0-44FF-8ED7-F7B619051AA5}" dt="2024-07-17T14:34:39.659" v="14" actId="22"/>
          <ac:spMkLst>
            <pc:docMk/>
            <pc:sldMk cId="2353109993" sldId="297"/>
            <ac:spMk id="9" creationId="{9803CB6B-FED8-7CEC-3960-74543EA319AB}"/>
          </ac:spMkLst>
        </pc:spChg>
        <pc:spChg chg="add mod">
          <ac:chgData name="Ravagli  Amedeo" userId="a9a50a36-9e1b-45d8-bcc3-23f542b6fcc8" providerId="ADAL" clId="{A56AC726-2AE0-44FF-8ED7-F7B619051AA5}" dt="2024-07-17T14:54:01.439" v="895" actId="20577"/>
          <ac:spMkLst>
            <pc:docMk/>
            <pc:sldMk cId="2353109993" sldId="297"/>
            <ac:spMk id="10" creationId="{87AF36D3-FDBC-90AE-894E-80C202A6738D}"/>
          </ac:spMkLst>
        </pc:spChg>
        <pc:picChg chg="add mod">
          <ac:chgData name="Ravagli  Amedeo" userId="a9a50a36-9e1b-45d8-bcc3-23f542b6fcc8" providerId="ADAL" clId="{A56AC726-2AE0-44FF-8ED7-F7B619051AA5}" dt="2024-07-17T14:35:12.596" v="23" actId="1076"/>
          <ac:picMkLst>
            <pc:docMk/>
            <pc:sldMk cId="2353109993" sldId="297"/>
            <ac:picMk id="5" creationId="{BBF37817-2C19-7D36-ABF3-A8A74A6F04B7}"/>
          </ac:picMkLst>
        </pc:picChg>
        <pc:picChg chg="add mod">
          <ac:chgData name="Ravagli  Amedeo" userId="a9a50a36-9e1b-45d8-bcc3-23f542b6fcc8" providerId="ADAL" clId="{A56AC726-2AE0-44FF-8ED7-F7B619051AA5}" dt="2024-07-17T14:35:14.254" v="24" actId="1076"/>
          <ac:picMkLst>
            <pc:docMk/>
            <pc:sldMk cId="2353109993" sldId="297"/>
            <ac:picMk id="7" creationId="{8542F541-46B5-D9CB-B6CE-18C4645C3AF1}"/>
          </ac:picMkLst>
        </pc:picChg>
      </pc:sldChg>
    </pc:docChg>
  </pc:docChgLst>
  <pc:docChgLst>
    <pc:chgData name="CAVALLO ANDREA" userId="S::s320122@studenti.polito.it::01c16eb8-a154-4768-91aa-de4baa073ae8" providerId="AD" clId="Web-{40BEAACD-BABB-CC78-79FA-210305355272}"/>
    <pc:docChg chg="modSld">
      <pc:chgData name="CAVALLO ANDREA" userId="S::s320122@studenti.polito.it::01c16eb8-a154-4768-91aa-de4baa073ae8" providerId="AD" clId="Web-{40BEAACD-BABB-CC78-79FA-210305355272}" dt="2024-07-17T14:51:44.290" v="17" actId="20577"/>
      <pc:docMkLst>
        <pc:docMk/>
      </pc:docMkLst>
      <pc:sldChg chg="modSp">
        <pc:chgData name="CAVALLO ANDREA" userId="S::s320122@studenti.polito.it::01c16eb8-a154-4768-91aa-de4baa073ae8" providerId="AD" clId="Web-{40BEAACD-BABB-CC78-79FA-210305355272}" dt="2024-07-17T14:49:54.771" v="12" actId="20577"/>
        <pc:sldMkLst>
          <pc:docMk/>
          <pc:sldMk cId="2665045518" sldId="282"/>
        </pc:sldMkLst>
        <pc:spChg chg="mod">
          <ac:chgData name="CAVALLO ANDREA" userId="S::s320122@studenti.polito.it::01c16eb8-a154-4768-91aa-de4baa073ae8" providerId="AD" clId="Web-{40BEAACD-BABB-CC78-79FA-210305355272}" dt="2024-07-17T14:49:54.771" v="12" actId="20577"/>
          <ac:spMkLst>
            <pc:docMk/>
            <pc:sldMk cId="2665045518" sldId="282"/>
            <ac:spMk id="2" creationId="{F5D5BE93-0252-3CC3-B567-14EC47EB8C7F}"/>
          </ac:spMkLst>
        </pc:spChg>
        <pc:spChg chg="mod">
          <ac:chgData name="CAVALLO ANDREA" userId="S::s320122@studenti.polito.it::01c16eb8-a154-4768-91aa-de4baa073ae8" providerId="AD" clId="Web-{40BEAACD-BABB-CC78-79FA-210305355272}" dt="2024-07-17T14:49:44.943" v="1" actId="20577"/>
          <ac:spMkLst>
            <pc:docMk/>
            <pc:sldMk cId="2665045518" sldId="282"/>
            <ac:spMk id="3" creationId="{1ABCA07C-1908-B1EB-82FA-EC63DAAF4CF4}"/>
          </ac:spMkLst>
        </pc:spChg>
      </pc:sldChg>
      <pc:sldChg chg="modSp">
        <pc:chgData name="CAVALLO ANDREA" userId="S::s320122@studenti.polito.it::01c16eb8-a154-4768-91aa-de4baa073ae8" providerId="AD" clId="Web-{40BEAACD-BABB-CC78-79FA-210305355272}" dt="2024-07-17T14:51:44.290" v="17" actId="20577"/>
        <pc:sldMkLst>
          <pc:docMk/>
          <pc:sldMk cId="4200074307" sldId="293"/>
        </pc:sldMkLst>
        <pc:spChg chg="mod">
          <ac:chgData name="CAVALLO ANDREA" userId="S::s320122@studenti.polito.it::01c16eb8-a154-4768-91aa-de4baa073ae8" providerId="AD" clId="Web-{40BEAACD-BABB-CC78-79FA-210305355272}" dt="2024-07-17T14:51:44.290" v="17" actId="20577"/>
          <ac:spMkLst>
            <pc:docMk/>
            <pc:sldMk cId="4200074307" sldId="293"/>
            <ac:spMk id="3" creationId="{1C6744DD-5BC8-42C8-4313-13CE95ED575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95F4DCF1-ECAF-F7A7-2FE7-5E8E893BC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it-IT" sz="1200"/>
            </a:lvl1pPr>
          </a:lstStyle>
          <a:p>
            <a:pPr rtl="0"/>
            <a:endParaRPr lang="it-IT" dirty="0"/>
          </a:p>
        </p:txBody>
      </p:sp>
      <p:sp>
        <p:nvSpPr>
          <p:cNvPr id="3" name="Segnaposto data 2">
            <a:extLst>
              <a:ext uri="{FF2B5EF4-FFF2-40B4-BE49-F238E27FC236}">
                <a16:creationId xmlns:a16="http://schemas.microsoft.com/office/drawing/2014/main" id="{2C1330B0-5BAC-7408-8C3C-78D833684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it-IT" sz="1200"/>
            </a:lvl1pPr>
          </a:lstStyle>
          <a:p>
            <a:pPr rtl="0"/>
            <a:fld id="{0B206E24-0B54-435C-A90E-A69DF26F92AC}" type="datetime1">
              <a:rPr lang="it-IT" smtClean="0"/>
              <a:t>17/07/2024</a:t>
            </a:fld>
            <a:endParaRPr lang="it-IT" dirty="0"/>
          </a:p>
        </p:txBody>
      </p:sp>
      <p:sp>
        <p:nvSpPr>
          <p:cNvPr id="4" name="Segnaposto piè di pagina 3">
            <a:extLst>
              <a:ext uri="{FF2B5EF4-FFF2-40B4-BE49-F238E27FC236}">
                <a16:creationId xmlns:a16="http://schemas.microsoft.com/office/drawing/2014/main" id="{F0D7EEB3-E0A5-7440-F7ED-F59975ED1E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it-IT" sz="1200"/>
            </a:lvl1pPr>
          </a:lstStyle>
          <a:p>
            <a:pPr rtl="0"/>
            <a:endParaRPr lang="it-IT" dirty="0"/>
          </a:p>
        </p:txBody>
      </p:sp>
      <p:sp>
        <p:nvSpPr>
          <p:cNvPr id="5" name="Segnaposto numero diapositiva 4">
            <a:extLst>
              <a:ext uri="{FF2B5EF4-FFF2-40B4-BE49-F238E27FC236}">
                <a16:creationId xmlns:a16="http://schemas.microsoft.com/office/drawing/2014/main" id="{3F548D11-7466-6432-3BF5-64A1A1FA59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it-IT" sz="1200"/>
            </a:lvl1pPr>
          </a:lstStyle>
          <a:p>
            <a:pPr rtl="0"/>
            <a:fld id="{CFA70580-B89C-4157-871D-6B9318EE5F58}" type="slidenum">
              <a:rPr lang="it-IT" smtClean="0"/>
              <a:t>‹N›</a:t>
            </a:fld>
            <a:endParaRPr lang="it-IT" dirty="0"/>
          </a:p>
        </p:txBody>
      </p:sp>
    </p:spTree>
    <p:extLst>
      <p:ext uri="{BB962C8B-B14F-4D97-AF65-F5344CB8AC3E}">
        <p14:creationId xmlns:p14="http://schemas.microsoft.com/office/powerpoint/2010/main" val="294315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it-IT" sz="1200"/>
            </a:lvl1pPr>
          </a:lstStyle>
          <a:p>
            <a:pPr rtl="0"/>
            <a:endParaRPr lang="it-IT" dirty="0"/>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it-IT" sz="1200"/>
            </a:lvl1pPr>
          </a:lstStyle>
          <a:p>
            <a:fld id="{03109391-5E8C-4D75-9E70-006CE89C5811}" type="datetime1">
              <a:rPr lang="it-IT" smtClean="0"/>
              <a:pPr/>
              <a:t>17/07/2024</a:t>
            </a:fld>
            <a:endParaRPr lang="it-IT" dirty="0"/>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it-IT"/>
            </a:defPPr>
          </a:lstStyle>
          <a:p>
            <a:pPr rtl="0"/>
            <a:endParaRPr lang="it-IT" dirty="0"/>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it-IT"/>
            </a:defPPr>
          </a:lstStyle>
          <a:p>
            <a:pPr lvl="0" rtl="0"/>
            <a:r>
              <a:rPr lang="it-IT"/>
              <a:t>Fare clic per modificare lo stile del titolo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it-IT" sz="1200"/>
            </a:lvl1pPr>
          </a:lstStyle>
          <a:p>
            <a:pPr rtl="0"/>
            <a:endParaRPr lang="it-IT" dirty="0"/>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it-IT" sz="1200"/>
            </a:lvl1pPr>
          </a:lstStyle>
          <a:p>
            <a:pPr rtl="0"/>
            <a:fld id="{E7AF00E9-A49D-4007-B3B9-A3783809E505}" type="slidenum">
              <a:rPr lang="it-IT" smtClean="0"/>
              <a:t>‹N›</a:t>
            </a:fld>
            <a:endParaRPr lang="it-IT" dirty="0"/>
          </a:p>
        </p:txBody>
      </p:sp>
    </p:spTree>
    <p:extLst>
      <p:ext uri="{BB962C8B-B14F-4D97-AF65-F5344CB8AC3E}">
        <p14:creationId xmlns:p14="http://schemas.microsoft.com/office/powerpoint/2010/main" val="220969778"/>
      </p:ext>
    </p:extLst>
  </p:cSld>
  <p:clrMap bg1="lt1" tx1="dk1" bg2="lt2" tx2="dk2" accent1="accent1" accent2="accent2" accent3="accent3" accent4="accent4" accent5="accent5" accent6="accent6" hlink="hlink" folHlink="folHlink"/>
  <p:notesStyle>
    <a:lvl1pPr marL="0" algn="l" defTabSz="914400" rtl="0" eaLnBrk="1" latinLnBrk="0" hangingPunct="1">
      <a:defRPr lang="it-IT" sz="1200" kern="1200">
        <a:solidFill>
          <a:schemeClr val="tx1"/>
        </a:solidFill>
        <a:latin typeface="+mn-lt"/>
        <a:ea typeface="+mn-ea"/>
        <a:cs typeface="+mn-cs"/>
      </a:defRPr>
    </a:lvl1pPr>
    <a:lvl2pPr marL="457200" algn="l" defTabSz="914400" rtl="0" eaLnBrk="1" latinLnBrk="0" hangingPunct="1">
      <a:defRPr lang="it-IT" sz="1200" kern="1200">
        <a:solidFill>
          <a:schemeClr val="tx1"/>
        </a:solidFill>
        <a:latin typeface="+mn-lt"/>
        <a:ea typeface="+mn-ea"/>
        <a:cs typeface="+mn-cs"/>
      </a:defRPr>
    </a:lvl2pPr>
    <a:lvl3pPr marL="914400" algn="l" defTabSz="914400" rtl="0" eaLnBrk="1" latinLnBrk="0" hangingPunct="1">
      <a:defRPr lang="it-IT" sz="1200" kern="1200">
        <a:solidFill>
          <a:schemeClr val="tx1"/>
        </a:solidFill>
        <a:latin typeface="+mn-lt"/>
        <a:ea typeface="+mn-ea"/>
        <a:cs typeface="+mn-cs"/>
      </a:defRPr>
    </a:lvl3pPr>
    <a:lvl4pPr marL="1371600" algn="l" defTabSz="914400" rtl="0" eaLnBrk="1" latinLnBrk="0" hangingPunct="1">
      <a:defRPr lang="it-IT" sz="1200" kern="1200">
        <a:solidFill>
          <a:schemeClr val="tx1"/>
        </a:solidFill>
        <a:latin typeface="+mn-lt"/>
        <a:ea typeface="+mn-ea"/>
        <a:cs typeface="+mn-cs"/>
      </a:defRPr>
    </a:lvl4pPr>
    <a:lvl5pPr marL="1828800" algn="l" defTabSz="914400" rtl="0" eaLnBrk="1" latinLnBrk="0" hangingPunct="1">
      <a:defRPr lang="it-IT" sz="1200" kern="1200">
        <a:solidFill>
          <a:schemeClr val="tx1"/>
        </a:solidFill>
        <a:latin typeface="+mn-lt"/>
        <a:ea typeface="+mn-ea"/>
        <a:cs typeface="+mn-cs"/>
      </a:defRPr>
    </a:lvl5pPr>
    <a:lvl6pPr marL="2286000" algn="l" defTabSz="914400" rtl="0" eaLnBrk="1" latinLnBrk="0" hangingPunct="1">
      <a:defRPr lang="it-IT" sz="1200" kern="1200">
        <a:solidFill>
          <a:schemeClr val="tx1"/>
        </a:solidFill>
        <a:latin typeface="+mn-lt"/>
        <a:ea typeface="+mn-ea"/>
        <a:cs typeface="+mn-cs"/>
      </a:defRPr>
    </a:lvl6pPr>
    <a:lvl7pPr marL="2743200" algn="l" defTabSz="914400" rtl="0" eaLnBrk="1" latinLnBrk="0" hangingPunct="1">
      <a:defRPr lang="it-IT" sz="1200" kern="1200">
        <a:solidFill>
          <a:schemeClr val="tx1"/>
        </a:solidFill>
        <a:latin typeface="+mn-lt"/>
        <a:ea typeface="+mn-ea"/>
        <a:cs typeface="+mn-cs"/>
      </a:defRPr>
    </a:lvl7pPr>
    <a:lvl8pPr marL="3200400" algn="l" defTabSz="914400" rtl="0" eaLnBrk="1" latinLnBrk="0" hangingPunct="1">
      <a:defRPr lang="it-IT" sz="1200" kern="1200">
        <a:solidFill>
          <a:schemeClr val="tx1"/>
        </a:solidFill>
        <a:latin typeface="+mn-lt"/>
        <a:ea typeface="+mn-ea"/>
        <a:cs typeface="+mn-cs"/>
      </a:defRPr>
    </a:lvl8pPr>
    <a:lvl9pPr marL="3657600" algn="l" defTabSz="914400" rtl="0" eaLnBrk="1" latinLnBrk="0" hangingPunct="1">
      <a:defRPr lang="it-IT"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E7AF00E9-A49D-4007-B3B9-A3783809E505}" type="slidenum">
              <a:rPr lang="it-IT" smtClean="0"/>
              <a:t>1</a:t>
            </a:fld>
            <a:endParaRPr lang="it-IT" dirty="0"/>
          </a:p>
        </p:txBody>
      </p:sp>
    </p:spTree>
    <p:extLst>
      <p:ext uri="{BB962C8B-B14F-4D97-AF65-F5344CB8AC3E}">
        <p14:creationId xmlns:p14="http://schemas.microsoft.com/office/powerpoint/2010/main" val="218922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E7AF00E9-A49D-4007-B3B9-A3783809E505}" type="slidenum">
              <a:rPr lang="it-IT" smtClean="0"/>
              <a:t>2</a:t>
            </a:fld>
            <a:endParaRPr lang="it-IT" dirty="0"/>
          </a:p>
        </p:txBody>
      </p:sp>
    </p:spTree>
    <p:extLst>
      <p:ext uri="{BB962C8B-B14F-4D97-AF65-F5344CB8AC3E}">
        <p14:creationId xmlns:p14="http://schemas.microsoft.com/office/powerpoint/2010/main" val="560649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E7AF00E9-A49D-4007-B3B9-A3783809E505}" type="slidenum">
              <a:rPr lang="it-IT" smtClean="0"/>
              <a:t>3</a:t>
            </a:fld>
            <a:endParaRPr lang="it-IT" dirty="0"/>
          </a:p>
        </p:txBody>
      </p:sp>
    </p:spTree>
    <p:extLst>
      <p:ext uri="{BB962C8B-B14F-4D97-AF65-F5344CB8AC3E}">
        <p14:creationId xmlns:p14="http://schemas.microsoft.com/office/powerpoint/2010/main" val="386789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E7AF00E9-A49D-4007-B3B9-A3783809E505}" type="slidenum">
              <a:rPr lang="it-IT" smtClean="0"/>
              <a:t>4</a:t>
            </a:fld>
            <a:endParaRPr lang="it-IT" dirty="0"/>
          </a:p>
        </p:txBody>
      </p:sp>
    </p:spTree>
    <p:extLst>
      <p:ext uri="{BB962C8B-B14F-4D97-AF65-F5344CB8AC3E}">
        <p14:creationId xmlns:p14="http://schemas.microsoft.com/office/powerpoint/2010/main" val="1012816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E7AF00E9-A49D-4007-B3B9-A3783809E505}" type="slidenum">
              <a:rPr lang="it-IT" smtClean="0"/>
              <a:t>5</a:t>
            </a:fld>
            <a:endParaRPr lang="it-IT" dirty="0"/>
          </a:p>
        </p:txBody>
      </p:sp>
    </p:spTree>
    <p:extLst>
      <p:ext uri="{BB962C8B-B14F-4D97-AF65-F5344CB8AC3E}">
        <p14:creationId xmlns:p14="http://schemas.microsoft.com/office/powerpoint/2010/main" val="601573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E7AF00E9-A49D-4007-B3B9-A3783809E505}" type="slidenum">
              <a:rPr lang="it-IT" smtClean="0"/>
              <a:t>6</a:t>
            </a:fld>
            <a:endParaRPr lang="it-IT" dirty="0"/>
          </a:p>
        </p:txBody>
      </p:sp>
    </p:spTree>
    <p:extLst>
      <p:ext uri="{BB962C8B-B14F-4D97-AF65-F5344CB8AC3E}">
        <p14:creationId xmlns:p14="http://schemas.microsoft.com/office/powerpoint/2010/main" val="1691546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E7AF00E9-A49D-4007-B3B9-A3783809E505}" type="slidenum">
              <a:rPr lang="it-IT" smtClean="0"/>
              <a:t>7</a:t>
            </a:fld>
            <a:endParaRPr lang="it-IT" dirty="0"/>
          </a:p>
        </p:txBody>
      </p:sp>
    </p:spTree>
    <p:extLst>
      <p:ext uri="{BB962C8B-B14F-4D97-AF65-F5344CB8AC3E}">
        <p14:creationId xmlns:p14="http://schemas.microsoft.com/office/powerpoint/2010/main" val="1549554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E7AF00E9-A49D-4007-B3B9-A3783809E505}" type="slidenum">
              <a:rPr lang="it-IT" smtClean="0"/>
              <a:t>8</a:t>
            </a:fld>
            <a:endParaRPr lang="it-IT" dirty="0"/>
          </a:p>
        </p:txBody>
      </p:sp>
    </p:spTree>
    <p:extLst>
      <p:ext uri="{BB962C8B-B14F-4D97-AF65-F5344CB8AC3E}">
        <p14:creationId xmlns:p14="http://schemas.microsoft.com/office/powerpoint/2010/main" val="2837452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defPPr>
              <a:defRPr lang="it-IT"/>
            </a:defPPr>
          </a:lstStyle>
          <a:p>
            <a:pPr rtl="0"/>
            <a:endParaRPr lang="it-IT" dirty="0"/>
          </a:p>
        </p:txBody>
      </p:sp>
      <p:sp>
        <p:nvSpPr>
          <p:cNvPr id="4" name="Segnaposto numero diapositiva 3"/>
          <p:cNvSpPr>
            <a:spLocks noGrp="1"/>
          </p:cNvSpPr>
          <p:nvPr>
            <p:ph type="sldNum" sz="quarter" idx="5"/>
          </p:nvPr>
        </p:nvSpPr>
        <p:spPr/>
        <p:txBody>
          <a:bodyPr rtlCol="0"/>
          <a:lstStyle>
            <a:defPPr>
              <a:defRPr lang="it-IT"/>
            </a:defPPr>
          </a:lstStyle>
          <a:p>
            <a:pPr rtl="0"/>
            <a:fld id="{E7AF00E9-A49D-4007-B3B9-A3783809E505}" type="slidenum">
              <a:rPr lang="it-IT" smtClean="0"/>
              <a:t>9</a:t>
            </a:fld>
            <a:endParaRPr lang="it-IT" dirty="0"/>
          </a:p>
        </p:txBody>
      </p:sp>
    </p:spTree>
    <p:extLst>
      <p:ext uri="{BB962C8B-B14F-4D97-AF65-F5344CB8AC3E}">
        <p14:creationId xmlns:p14="http://schemas.microsoft.com/office/powerpoint/2010/main" val="1049693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B22053C-0E9C-4159-B7C9-6AB74343918D}"/>
              </a:ext>
            </a:extLst>
          </p:cNvPr>
          <p:cNvSpPr>
            <a:spLocks noGrp="1"/>
          </p:cNvSpPr>
          <p:nvPr>
            <p:ph type="title" hasCustomPrompt="1"/>
          </p:nvPr>
        </p:nvSpPr>
        <p:spPr>
          <a:xfrm>
            <a:off x="7018020" y="662937"/>
            <a:ext cx="4624442" cy="5542025"/>
          </a:xfrm>
        </p:spPr>
        <p:txBody>
          <a:bodyPr vert="horz" wrap="square" lIns="0" tIns="0" rIns="0" bIns="0" rtlCol="0" anchor="ctr" anchorCtr="0">
            <a:normAutofit/>
          </a:bodyPr>
          <a:lstStyle>
            <a:lvl1pPr>
              <a:defRPr lang="it-IT" dirty="0"/>
            </a:lvl1pPr>
          </a:lstStyle>
          <a:p>
            <a:pPr lvl="0" rtl="0">
              <a:lnSpc>
                <a:spcPct val="100000"/>
              </a:lnSpc>
            </a:pPr>
            <a:r>
              <a:rPr lang="it-IT"/>
              <a:t>Fare clic per inserire il titolo</a:t>
            </a:r>
          </a:p>
        </p:txBody>
      </p:sp>
      <p:sp>
        <p:nvSpPr>
          <p:cNvPr id="9" name="Segnaposto immagine 8">
            <a:extLst>
              <a:ext uri="{FF2B5EF4-FFF2-40B4-BE49-F238E27FC236}">
                <a16:creationId xmlns:a16="http://schemas.microsoft.com/office/drawing/2014/main" id="{988CE9D0-E6DB-A38D-ED84-A53D0493E6D0}"/>
              </a:ext>
            </a:extLst>
          </p:cNvPr>
          <p:cNvSpPr>
            <a:spLocks noGrp="1"/>
          </p:cNvSpPr>
          <p:nvPr>
            <p:ph type="pic" sz="quarter" idx="13" hasCustomPrompt="1"/>
          </p:nvPr>
        </p:nvSpPr>
        <p:spPr>
          <a:xfrm>
            <a:off x="0" y="0"/>
            <a:ext cx="6267450" cy="6858000"/>
          </a:xfrm>
        </p:spPr>
        <p:txBody>
          <a:bodyPr rtlCol="0">
            <a:normAutofit/>
          </a:bodyPr>
          <a:lstStyle>
            <a:lvl1pPr marL="0" indent="0" algn="ctr">
              <a:buNone/>
              <a:defRPr lang="it-IT" sz="2000"/>
            </a:lvl1pPr>
          </a:lstStyle>
          <a:p>
            <a:pPr rtl="0"/>
            <a:r>
              <a:rPr lang="it-IT"/>
              <a:t>Fare clic sull'icona per inserire un'immagine</a:t>
            </a:r>
          </a:p>
        </p:txBody>
      </p:sp>
    </p:spTree>
    <p:extLst>
      <p:ext uri="{BB962C8B-B14F-4D97-AF65-F5344CB8AC3E}">
        <p14:creationId xmlns:p14="http://schemas.microsoft.com/office/powerpoint/2010/main" val="2868207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23" name="Gruppo 22">
            <a:extLst>
              <a:ext uri="{FF2B5EF4-FFF2-40B4-BE49-F238E27FC236}">
                <a16:creationId xmlns:a16="http://schemas.microsoft.com/office/drawing/2014/main" id="{43C4A872-A473-BFD2-150E-387250C2B4DA}"/>
              </a:ext>
              <a:ext uri="{C183D7F6-B498-43B3-948B-1728B52AA6E4}">
                <adec:decorative xmlns:adec="http://schemas.microsoft.com/office/drawing/2017/decorative" val="1"/>
              </a:ext>
            </a:extLst>
          </p:cNvPr>
          <p:cNvGrpSpPr/>
          <p:nvPr userDrawn="1"/>
        </p:nvGrpSpPr>
        <p:grpSpPr>
          <a:xfrm>
            <a:off x="613998" y="5334748"/>
            <a:ext cx="678135" cy="990000"/>
            <a:chOff x="10490969" y="1448827"/>
            <a:chExt cx="678135" cy="990000"/>
          </a:xfrm>
        </p:grpSpPr>
        <p:sp>
          <p:nvSpPr>
            <p:cNvPr id="24" name="Figura a mano libera: Forma 23">
              <a:extLst>
                <a:ext uri="{FF2B5EF4-FFF2-40B4-BE49-F238E27FC236}">
                  <a16:creationId xmlns:a16="http://schemas.microsoft.com/office/drawing/2014/main" id="{C5C8D53B-A579-BCFA-58E8-C386DABC92CD}"/>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solidFill>
                  <a:schemeClr val="tx1"/>
                </a:solidFill>
              </a:endParaRPr>
            </a:p>
          </p:txBody>
        </p:sp>
        <p:sp>
          <p:nvSpPr>
            <p:cNvPr id="25" name="Ovale 24">
              <a:extLst>
                <a:ext uri="{FF2B5EF4-FFF2-40B4-BE49-F238E27FC236}">
                  <a16:creationId xmlns:a16="http://schemas.microsoft.com/office/drawing/2014/main" id="{23A34CAC-4A03-ADDB-E97F-8675E68FC0B3}"/>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26" name="Ovale 25">
              <a:extLst>
                <a:ext uri="{FF2B5EF4-FFF2-40B4-BE49-F238E27FC236}">
                  <a16:creationId xmlns:a16="http://schemas.microsoft.com/office/drawing/2014/main" id="{0C733506-2F0D-8F31-52D1-5244F04A706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27" name="Figura a mano libera: Forma 26">
              <a:extLst>
                <a:ext uri="{FF2B5EF4-FFF2-40B4-BE49-F238E27FC236}">
                  <a16:creationId xmlns:a16="http://schemas.microsoft.com/office/drawing/2014/main" id="{29356E3D-E14C-9C43-7CE4-A7156B1E10DB}"/>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solidFill>
                  <a:schemeClr val="tx1"/>
                </a:solidFill>
              </a:endParaRPr>
            </a:p>
          </p:txBody>
        </p:sp>
      </p:grpSp>
      <p:sp>
        <p:nvSpPr>
          <p:cNvPr id="20" name="Titolo 19">
            <a:extLst>
              <a:ext uri="{FF2B5EF4-FFF2-40B4-BE49-F238E27FC236}">
                <a16:creationId xmlns:a16="http://schemas.microsoft.com/office/drawing/2014/main" id="{85C652DA-55F6-9691-4254-344E0A4E9ABF}"/>
              </a:ext>
            </a:extLst>
          </p:cNvPr>
          <p:cNvSpPr>
            <a:spLocks noGrp="1"/>
          </p:cNvSpPr>
          <p:nvPr>
            <p:ph type="title" hasCustomPrompt="1"/>
          </p:nvPr>
        </p:nvSpPr>
        <p:spPr>
          <a:xfrm>
            <a:off x="550863" y="483924"/>
            <a:ext cx="11090275" cy="1684059"/>
          </a:xfrm>
        </p:spPr>
        <p:txBody>
          <a:bodyPr rtlCol="0" anchor="b">
            <a:normAutofit/>
          </a:bodyPr>
          <a:lstStyle>
            <a:lvl1pPr>
              <a:defRPr lang="it-IT" sz="4000"/>
            </a:lvl1pPr>
          </a:lstStyle>
          <a:p>
            <a:pPr rtl="0"/>
            <a:r>
              <a:rPr lang="it-IT"/>
              <a:t>Fare clic per inserire il titolo</a:t>
            </a:r>
          </a:p>
        </p:txBody>
      </p:sp>
      <p:sp>
        <p:nvSpPr>
          <p:cNvPr id="22" name="Segnaposto contenuto 21">
            <a:extLst>
              <a:ext uri="{FF2B5EF4-FFF2-40B4-BE49-F238E27FC236}">
                <a16:creationId xmlns:a16="http://schemas.microsoft.com/office/drawing/2014/main" id="{4DB7AC4F-2818-7F0D-AC6A-736D5F2C7392}"/>
              </a:ext>
            </a:extLst>
          </p:cNvPr>
          <p:cNvSpPr>
            <a:spLocks noGrp="1"/>
          </p:cNvSpPr>
          <p:nvPr>
            <p:ph sz="quarter" idx="13" hasCustomPrompt="1"/>
          </p:nvPr>
        </p:nvSpPr>
        <p:spPr>
          <a:xfrm>
            <a:off x="550863" y="2419350"/>
            <a:ext cx="11090274" cy="3913188"/>
          </a:xfrm>
        </p:spPr>
        <p:txBody>
          <a:bodyPr rtlCol="0">
            <a:normAutofit/>
          </a:bodyPr>
          <a:lstStyle>
            <a:lvl1pPr marL="0" indent="0">
              <a:buNone/>
              <a:defRPr lang="it-IT" sz="1800">
                <a:solidFill>
                  <a:schemeClr val="tx1"/>
                </a:solidFill>
              </a:defRPr>
            </a:lvl1pPr>
            <a:lvl2pPr>
              <a:defRPr lang="it-IT" sz="1200">
                <a:solidFill>
                  <a:schemeClr val="tx1"/>
                </a:solidFill>
              </a:defRPr>
            </a:lvl2pPr>
            <a:lvl3pPr>
              <a:defRPr lang="it-IT" sz="1200">
                <a:solidFill>
                  <a:schemeClr val="tx1"/>
                </a:solidFill>
              </a:defRPr>
            </a:lvl3pPr>
            <a:lvl4pPr>
              <a:defRPr lang="it-IT" sz="1200">
                <a:solidFill>
                  <a:schemeClr val="tx1"/>
                </a:solidFill>
              </a:defRPr>
            </a:lvl4pPr>
            <a:lvl5pPr>
              <a:defRPr lang="it-IT" sz="1200">
                <a:solidFill>
                  <a:schemeClr val="tx1"/>
                </a:solidFill>
              </a:defRPr>
            </a:lvl5pPr>
          </a:lstStyle>
          <a:p>
            <a:pPr lvl="0" rtl="0"/>
            <a:r>
              <a:rPr lang="it-IT"/>
              <a:t>Fare clic per aggiungere contenuti</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2" name="Segnaposto data 1">
            <a:extLst>
              <a:ext uri="{FF2B5EF4-FFF2-40B4-BE49-F238E27FC236}">
                <a16:creationId xmlns:a16="http://schemas.microsoft.com/office/drawing/2014/main" id="{AB81B449-7B97-41DC-B23F-65EDCBD316A6}"/>
              </a:ext>
            </a:extLst>
          </p:cNvPr>
          <p:cNvSpPr>
            <a:spLocks noGrp="1"/>
          </p:cNvSpPr>
          <p:nvPr>
            <p:ph type="dt" sz="half" idx="10"/>
          </p:nvPr>
        </p:nvSpPr>
        <p:spPr/>
        <p:txBody>
          <a:bodyPr rtlCol="0"/>
          <a:lstStyle>
            <a:defPPr>
              <a:defRPr lang="it-IT"/>
            </a:defPPr>
          </a:lstStyle>
          <a:p>
            <a:pPr rtl="0"/>
            <a:r>
              <a:rPr lang="it-IT"/>
              <a:t>20XX</a:t>
            </a:r>
            <a:endParaRPr lang="it-IT" dirty="0"/>
          </a:p>
        </p:txBody>
      </p:sp>
      <p:sp>
        <p:nvSpPr>
          <p:cNvPr id="3" name="Segnaposto piè di pagina 2">
            <a:extLst>
              <a:ext uri="{FF2B5EF4-FFF2-40B4-BE49-F238E27FC236}">
                <a16:creationId xmlns:a16="http://schemas.microsoft.com/office/drawing/2014/main" id="{7C6B46D5-337B-4906-8412-4EEA3884FA7E}"/>
              </a:ext>
            </a:extLst>
          </p:cNvPr>
          <p:cNvSpPr>
            <a:spLocks noGrp="1"/>
          </p:cNvSpPr>
          <p:nvPr>
            <p:ph type="ftr" sz="quarter" idx="11"/>
          </p:nvPr>
        </p:nvSpPr>
        <p:spPr/>
        <p:txBody>
          <a:bodyPr rtlCol="0"/>
          <a:lstStyle>
            <a:defPPr>
              <a:defRPr lang="it-IT"/>
            </a:defPPr>
          </a:lstStyle>
          <a:p>
            <a:pPr rtl="0"/>
            <a:endParaRPr lang="it-IT" dirty="0"/>
          </a:p>
        </p:txBody>
      </p:sp>
      <p:sp>
        <p:nvSpPr>
          <p:cNvPr id="4" name="Segnaposto numero diapositiva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rtlCol="0"/>
          <a:lstStyle>
            <a:defPPr>
              <a:defRPr lang="it-IT"/>
            </a:defPPr>
          </a:lstStyle>
          <a:p>
            <a:pPr rtl="0"/>
            <a:fld id="{DBA1B0FB-D917-4C8C-928F-313BD683BF39}" type="slidenum">
              <a:rPr lang="it-IT" smtClean="0"/>
              <a:t>‹N›</a:t>
            </a:fld>
            <a:endParaRPr lang="it-IT" dirty="0"/>
          </a:p>
        </p:txBody>
      </p:sp>
      <p:grpSp>
        <p:nvGrpSpPr>
          <p:cNvPr id="5" name="Gruppo 4">
            <a:extLst>
              <a:ext uri="{FF2B5EF4-FFF2-40B4-BE49-F238E27FC236}">
                <a16:creationId xmlns:a16="http://schemas.microsoft.com/office/drawing/2014/main" id="{6C61DF04-D7CB-2B19-8BB9-3E90A661973E}"/>
              </a:ext>
              <a:ext uri="{C183D7F6-B498-43B3-948B-1728B52AA6E4}">
                <adec:decorative xmlns:adec="http://schemas.microsoft.com/office/drawing/2017/decorative" val="1"/>
              </a:ext>
            </a:extLst>
          </p:cNvPr>
          <p:cNvGrpSpPr/>
          <p:nvPr userDrawn="1"/>
        </p:nvGrpSpPr>
        <p:grpSpPr>
          <a:xfrm>
            <a:off x="9010824" y="1514007"/>
            <a:ext cx="734257" cy="760506"/>
            <a:chOff x="5243759" y="1363788"/>
            <a:chExt cx="734257" cy="760506"/>
          </a:xfrm>
        </p:grpSpPr>
        <p:sp>
          <p:nvSpPr>
            <p:cNvPr id="6" name="Figura a mano libera 5">
              <a:extLst>
                <a:ext uri="{FF2B5EF4-FFF2-40B4-BE49-F238E27FC236}">
                  <a16:creationId xmlns:a16="http://schemas.microsoft.com/office/drawing/2014/main" id="{5DE1CC00-F893-E215-8086-65B6605C5FC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7" name="Figura a mano libera 6">
              <a:extLst>
                <a:ext uri="{FF2B5EF4-FFF2-40B4-BE49-F238E27FC236}">
                  <a16:creationId xmlns:a16="http://schemas.microsoft.com/office/drawing/2014/main" id="{6EBF50D9-F9B8-ADB3-8B4A-AF19564EE6E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8" name="Figura a mano libera 8">
              <a:extLst>
                <a:ext uri="{FF2B5EF4-FFF2-40B4-BE49-F238E27FC236}">
                  <a16:creationId xmlns:a16="http://schemas.microsoft.com/office/drawing/2014/main" id="{80BE1060-7183-58F8-EEBF-64135EE82BC5}"/>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sp>
        <p:nvSpPr>
          <p:cNvPr id="11" name="Ovale 10">
            <a:extLst>
              <a:ext uri="{FF2B5EF4-FFF2-40B4-BE49-F238E27FC236}">
                <a16:creationId xmlns:a16="http://schemas.microsoft.com/office/drawing/2014/main" id="{E597A3BE-0D13-9033-E3FD-78202DB799C8}"/>
              </a:ext>
              <a:ext uri="{C183D7F6-B498-43B3-948B-1728B52AA6E4}">
                <adec:decorative xmlns:adec="http://schemas.microsoft.com/office/drawing/2017/decorative" val="1"/>
              </a:ext>
            </a:extLst>
          </p:cNvPr>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nvGrpSpPr>
          <p:cNvPr id="12" name="Gruppo 11">
            <a:extLst>
              <a:ext uri="{FF2B5EF4-FFF2-40B4-BE49-F238E27FC236}">
                <a16:creationId xmlns:a16="http://schemas.microsoft.com/office/drawing/2014/main" id="{D8867D9A-3F3B-94C3-244B-0006226AEF73}"/>
              </a:ext>
              <a:ext uri="{C183D7F6-B498-43B3-948B-1728B52AA6E4}">
                <adec:decorative xmlns:adec="http://schemas.microsoft.com/office/drawing/2017/decorative" val="1"/>
              </a:ext>
            </a:extLst>
          </p:cNvPr>
          <p:cNvGrpSpPr/>
          <p:nvPr userDrawn="1"/>
        </p:nvGrpSpPr>
        <p:grpSpPr>
          <a:xfrm flipH="1">
            <a:off x="9063019" y="3199533"/>
            <a:ext cx="3597052" cy="2615018"/>
            <a:chOff x="4541453" y="3199533"/>
            <a:chExt cx="3597052" cy="2615018"/>
          </a:xfrm>
        </p:grpSpPr>
        <p:sp>
          <p:nvSpPr>
            <p:cNvPr id="13" name="Figura a mano libera: Forma 38">
              <a:extLst>
                <a:ext uri="{FF2B5EF4-FFF2-40B4-BE49-F238E27FC236}">
                  <a16:creationId xmlns:a16="http://schemas.microsoft.com/office/drawing/2014/main" id="{955FC3D1-6227-A188-CCDB-11D573FD807A}"/>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nvGrpSpPr>
            <p:cNvPr id="14" name="Gruppo 13">
              <a:extLst>
                <a:ext uri="{FF2B5EF4-FFF2-40B4-BE49-F238E27FC236}">
                  <a16:creationId xmlns:a16="http://schemas.microsoft.com/office/drawing/2014/main" id="{AE6BE70E-C41E-449D-A48C-4EB6BB7DC20D}"/>
                </a:ext>
              </a:extLst>
            </p:cNvPr>
            <p:cNvGrpSpPr/>
            <p:nvPr/>
          </p:nvGrpSpPr>
          <p:grpSpPr>
            <a:xfrm>
              <a:off x="4541453" y="3199533"/>
              <a:ext cx="3478701" cy="2615018"/>
              <a:chOff x="-481151" y="3199533"/>
              <a:chExt cx="3478701" cy="2615018"/>
            </a:xfrm>
          </p:grpSpPr>
          <p:sp>
            <p:nvSpPr>
              <p:cNvPr id="15" name="Figura a mano libera: Forma 32">
                <a:extLst>
                  <a:ext uri="{FF2B5EF4-FFF2-40B4-BE49-F238E27FC236}">
                    <a16:creationId xmlns:a16="http://schemas.microsoft.com/office/drawing/2014/main" id="{B7C0B12B-49BE-7855-18FB-8583C8DD9617}"/>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16" name="Ovale 15">
                <a:extLst>
                  <a:ext uri="{FF2B5EF4-FFF2-40B4-BE49-F238E27FC236}">
                    <a16:creationId xmlns:a16="http://schemas.microsoft.com/office/drawing/2014/main" id="{67C78A37-D378-70D3-D6E3-AB9400EB583E}"/>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grpSp>
      <p:grpSp>
        <p:nvGrpSpPr>
          <p:cNvPr id="17" name="Gruppo 16">
            <a:extLst>
              <a:ext uri="{FF2B5EF4-FFF2-40B4-BE49-F238E27FC236}">
                <a16:creationId xmlns:a16="http://schemas.microsoft.com/office/drawing/2014/main" id="{02491172-466F-19CC-B639-A1C3CAB1D43A}"/>
              </a:ext>
              <a:ext uri="{C183D7F6-B498-43B3-948B-1728B52AA6E4}">
                <adec:decorative xmlns:adec="http://schemas.microsoft.com/office/drawing/2017/decorative" val="1"/>
              </a:ext>
            </a:extLst>
          </p:cNvPr>
          <p:cNvGrpSpPr/>
          <p:nvPr userDrawn="1"/>
        </p:nvGrpSpPr>
        <p:grpSpPr>
          <a:xfrm>
            <a:off x="5690545" y="4100655"/>
            <a:ext cx="1335600" cy="1262947"/>
            <a:chOff x="10145015" y="2343978"/>
            <a:chExt cx="1335600" cy="1262947"/>
          </a:xfrm>
        </p:grpSpPr>
        <p:sp>
          <p:nvSpPr>
            <p:cNvPr id="18" name="Figura a mano libera: Forma 25">
              <a:extLst>
                <a:ext uri="{FF2B5EF4-FFF2-40B4-BE49-F238E27FC236}">
                  <a16:creationId xmlns:a16="http://schemas.microsoft.com/office/drawing/2014/main" id="{45EC885D-265C-397B-5DAF-57A66CDA30B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19" name="Ovale 18">
              <a:extLst>
                <a:ext uri="{FF2B5EF4-FFF2-40B4-BE49-F238E27FC236}">
                  <a16:creationId xmlns:a16="http://schemas.microsoft.com/office/drawing/2014/main" id="{3601DB21-D937-2F89-DC26-063DFC7800C8}"/>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spTree>
    <p:extLst>
      <p:ext uri="{BB962C8B-B14F-4D97-AF65-F5344CB8AC3E}">
        <p14:creationId xmlns:p14="http://schemas.microsoft.com/office/powerpoint/2010/main" val="38583325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olo e contenuto 1">
    <p:spTree>
      <p:nvGrpSpPr>
        <p:cNvPr id="1" name=""/>
        <p:cNvGrpSpPr/>
        <p:nvPr/>
      </p:nvGrpSpPr>
      <p:grpSpPr>
        <a:xfrm>
          <a:off x="0" y="0"/>
          <a:ext cx="0" cy="0"/>
          <a:chOff x="0" y="0"/>
          <a:chExt cx="0" cy="0"/>
        </a:xfrm>
      </p:grpSpPr>
      <p:grpSp>
        <p:nvGrpSpPr>
          <p:cNvPr id="7" name="Gruppo 6">
            <a:extLst>
              <a:ext uri="{FF2B5EF4-FFF2-40B4-BE49-F238E27FC236}">
                <a16:creationId xmlns:a16="http://schemas.microsoft.com/office/drawing/2014/main" id="{C87E98C0-6053-9701-92D0-4EF9ADBC500C}"/>
              </a:ext>
              <a:ext uri="{C183D7F6-B498-43B3-948B-1728B52AA6E4}">
                <adec:decorative xmlns:adec="http://schemas.microsoft.com/office/drawing/2017/decorative" val="1"/>
              </a:ext>
            </a:extLst>
          </p:cNvPr>
          <p:cNvGrpSpPr/>
          <p:nvPr userDrawn="1"/>
        </p:nvGrpSpPr>
        <p:grpSpPr>
          <a:xfrm flipH="1" flipV="1">
            <a:off x="9063019" y="746716"/>
            <a:ext cx="3597052" cy="2615018"/>
            <a:chOff x="4541453" y="3199533"/>
            <a:chExt cx="3597052" cy="2615018"/>
          </a:xfrm>
        </p:grpSpPr>
        <p:sp>
          <p:nvSpPr>
            <p:cNvPr id="8" name="Figura a mano libera: Forma 38">
              <a:extLst>
                <a:ext uri="{FF2B5EF4-FFF2-40B4-BE49-F238E27FC236}">
                  <a16:creationId xmlns:a16="http://schemas.microsoft.com/office/drawing/2014/main" id="{C32B1A1D-760B-9D3D-A869-E50FC962A629}"/>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grpSp>
          <p:nvGrpSpPr>
            <p:cNvPr id="9" name="Gruppo 8">
              <a:extLst>
                <a:ext uri="{FF2B5EF4-FFF2-40B4-BE49-F238E27FC236}">
                  <a16:creationId xmlns:a16="http://schemas.microsoft.com/office/drawing/2014/main" id="{D02EF78B-5BDF-8632-B9B1-087DB042EEC7}"/>
                </a:ext>
              </a:extLst>
            </p:cNvPr>
            <p:cNvGrpSpPr/>
            <p:nvPr/>
          </p:nvGrpSpPr>
          <p:grpSpPr>
            <a:xfrm>
              <a:off x="4541453" y="3199533"/>
              <a:ext cx="3478701" cy="2615018"/>
              <a:chOff x="-481151" y="3199533"/>
              <a:chExt cx="3478701" cy="2615018"/>
            </a:xfrm>
          </p:grpSpPr>
          <p:sp>
            <p:nvSpPr>
              <p:cNvPr id="10" name="Figura a mano libera: Forma 32">
                <a:extLst>
                  <a:ext uri="{FF2B5EF4-FFF2-40B4-BE49-F238E27FC236}">
                    <a16:creationId xmlns:a16="http://schemas.microsoft.com/office/drawing/2014/main" id="{5C54B3E8-515B-0865-9321-DB3793A62240}"/>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it-IT"/>
                </a:defPPr>
              </a:lstStyle>
              <a:p>
                <a:pPr algn="ctr" rtl="0"/>
                <a:endParaRPr lang="it-IT" dirty="0"/>
              </a:p>
            </p:txBody>
          </p:sp>
          <p:sp>
            <p:nvSpPr>
              <p:cNvPr id="11" name="Ovale 10">
                <a:extLst>
                  <a:ext uri="{FF2B5EF4-FFF2-40B4-BE49-F238E27FC236}">
                    <a16:creationId xmlns:a16="http://schemas.microsoft.com/office/drawing/2014/main" id="{56E92718-2CCD-B15D-8DE5-46285BEA256B}"/>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grpSp>
      <p:grpSp>
        <p:nvGrpSpPr>
          <p:cNvPr id="19" name="Gruppo 18">
            <a:extLst>
              <a:ext uri="{FF2B5EF4-FFF2-40B4-BE49-F238E27FC236}">
                <a16:creationId xmlns:a16="http://schemas.microsoft.com/office/drawing/2014/main" id="{AEA0B78B-84F0-8B85-40E8-678689DC13E6}"/>
              </a:ext>
              <a:ext uri="{C183D7F6-B498-43B3-948B-1728B52AA6E4}">
                <adec:decorative xmlns:adec="http://schemas.microsoft.com/office/drawing/2017/decorative" val="1"/>
              </a:ext>
            </a:extLst>
          </p:cNvPr>
          <p:cNvGrpSpPr/>
          <p:nvPr userDrawn="1"/>
        </p:nvGrpSpPr>
        <p:grpSpPr>
          <a:xfrm>
            <a:off x="8723112" y="5088958"/>
            <a:ext cx="1335600" cy="1262947"/>
            <a:chOff x="10145015" y="2343978"/>
            <a:chExt cx="1335600" cy="1262947"/>
          </a:xfrm>
        </p:grpSpPr>
        <p:sp>
          <p:nvSpPr>
            <p:cNvPr id="20" name="Figura a mano libera: Forma 25">
              <a:extLst>
                <a:ext uri="{FF2B5EF4-FFF2-40B4-BE49-F238E27FC236}">
                  <a16:creationId xmlns:a16="http://schemas.microsoft.com/office/drawing/2014/main" id="{2E5D7C6F-BF77-9B7D-5B12-7AF3ED280B43}"/>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21" name="Ovale 20">
              <a:extLst>
                <a:ext uri="{FF2B5EF4-FFF2-40B4-BE49-F238E27FC236}">
                  <a16:creationId xmlns:a16="http://schemas.microsoft.com/office/drawing/2014/main" id="{FA599EE6-2673-0AD8-EAE0-45C79326015E}"/>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grpSp>
        <p:nvGrpSpPr>
          <p:cNvPr id="12" name="Gruppo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igura a mano libera: Forma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solidFill>
                  <a:schemeClr val="tx1"/>
                </a:solidFill>
              </a:endParaRPr>
            </a:p>
          </p:txBody>
        </p:sp>
        <p:sp>
          <p:nvSpPr>
            <p:cNvPr id="14" name="Ovale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15" name="Ovale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16" name="Figura a mano libera: Forma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solidFill>
                  <a:schemeClr val="tx1"/>
                </a:solidFill>
              </a:endParaRPr>
            </a:p>
          </p:txBody>
        </p:sp>
      </p:grpSp>
      <p:sp>
        <p:nvSpPr>
          <p:cNvPr id="2" name="Titolo 1">
            <a:extLst>
              <a:ext uri="{FF2B5EF4-FFF2-40B4-BE49-F238E27FC236}">
                <a16:creationId xmlns:a16="http://schemas.microsoft.com/office/drawing/2014/main" id="{B1A4B040-51E3-4DA0-B21D-EEE173E7536F}"/>
              </a:ext>
            </a:extLst>
          </p:cNvPr>
          <p:cNvSpPr>
            <a:spLocks noGrp="1"/>
          </p:cNvSpPr>
          <p:nvPr>
            <p:ph type="title" hasCustomPrompt="1"/>
          </p:nvPr>
        </p:nvSpPr>
        <p:spPr>
          <a:xfrm>
            <a:off x="550862" y="498474"/>
            <a:ext cx="7960421" cy="1450217"/>
          </a:xfrm>
        </p:spPr>
        <p:txBody>
          <a:bodyPr vert="horz" wrap="square" lIns="0" tIns="0" rIns="0" bIns="0" rtlCol="0" anchor="t" anchorCtr="0">
            <a:normAutofit/>
          </a:bodyPr>
          <a:lstStyle>
            <a:lvl1pPr>
              <a:defRPr lang="it-IT" sz="4000" dirty="0"/>
            </a:lvl1pPr>
          </a:lstStyle>
          <a:p>
            <a:pPr lvl="0" rtl="0">
              <a:lnSpc>
                <a:spcPct val="100000"/>
              </a:lnSpc>
            </a:pPr>
            <a:r>
              <a:rPr lang="it-IT"/>
              <a:t>Fare clic per inserire il titolo</a:t>
            </a:r>
          </a:p>
        </p:txBody>
      </p:sp>
      <p:sp>
        <p:nvSpPr>
          <p:cNvPr id="3" name="Segnaposto contenuto 2">
            <a:extLst>
              <a:ext uri="{FF2B5EF4-FFF2-40B4-BE49-F238E27FC236}">
                <a16:creationId xmlns:a16="http://schemas.microsoft.com/office/drawing/2014/main" id="{F8A2CD90-429B-4A55-B6C8-DD6CE6994118}"/>
              </a:ext>
            </a:extLst>
          </p:cNvPr>
          <p:cNvSpPr>
            <a:spLocks noGrp="1"/>
          </p:cNvSpPr>
          <p:nvPr>
            <p:ph idx="1" hasCustomPrompt="1"/>
          </p:nvPr>
        </p:nvSpPr>
        <p:spPr>
          <a:xfrm>
            <a:off x="581343" y="2103039"/>
            <a:ext cx="7929940" cy="3979625"/>
          </a:xfrm>
        </p:spPr>
        <p:txBody>
          <a:bodyPr rtlCol="0">
            <a:normAutofit/>
          </a:bodyPr>
          <a:lstStyle>
            <a:lvl1pPr>
              <a:defRPr lang="it-IT" sz="1800">
                <a:solidFill>
                  <a:schemeClr val="tx1"/>
                </a:solidFill>
              </a:defRPr>
            </a:lvl1pPr>
            <a:lvl2pPr>
              <a:defRPr lang="it-IT" sz="1200">
                <a:solidFill>
                  <a:schemeClr val="tx1"/>
                </a:solidFill>
              </a:defRPr>
            </a:lvl2pPr>
            <a:lvl3pPr>
              <a:defRPr lang="it-IT" sz="1200">
                <a:solidFill>
                  <a:schemeClr val="tx1"/>
                </a:solidFill>
              </a:defRPr>
            </a:lvl3pPr>
            <a:lvl4pPr>
              <a:defRPr lang="it-IT" sz="1200">
                <a:solidFill>
                  <a:schemeClr val="tx1"/>
                </a:solidFill>
              </a:defRPr>
            </a:lvl4pPr>
            <a:lvl5pPr>
              <a:defRPr lang="it-IT" sz="1200">
                <a:solidFill>
                  <a:schemeClr val="tx1"/>
                </a:solidFill>
              </a:defRPr>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4" name="Segnaposto data 3">
            <a:extLst>
              <a:ext uri="{FF2B5EF4-FFF2-40B4-BE49-F238E27FC236}">
                <a16:creationId xmlns:a16="http://schemas.microsoft.com/office/drawing/2014/main" id="{4D4EE704-5DCA-484E-85E0-0E3A7B1C5046}"/>
              </a:ext>
            </a:extLst>
          </p:cNvPr>
          <p:cNvSpPr>
            <a:spLocks noGrp="1"/>
          </p:cNvSpPr>
          <p:nvPr>
            <p:ph type="dt" sz="half" idx="10"/>
          </p:nvPr>
        </p:nvSpPr>
        <p:spPr/>
        <p:txBody>
          <a:bodyPr rtlCol="0"/>
          <a:lstStyle>
            <a:defPPr>
              <a:defRPr lang="it-IT"/>
            </a:defPPr>
          </a:lstStyle>
          <a:p>
            <a:pPr rtl="0"/>
            <a:r>
              <a:rPr lang="it-IT"/>
              <a:t>20XX</a:t>
            </a:r>
            <a:endParaRPr lang="it-IT" dirty="0"/>
          </a:p>
        </p:txBody>
      </p:sp>
      <p:sp>
        <p:nvSpPr>
          <p:cNvPr id="5" name="Segnaposto piè di pagina 4">
            <a:extLst>
              <a:ext uri="{FF2B5EF4-FFF2-40B4-BE49-F238E27FC236}">
                <a16:creationId xmlns:a16="http://schemas.microsoft.com/office/drawing/2014/main" id="{4CA69B66-1C18-44A2-93F7-97DED26F24AB}"/>
              </a:ext>
            </a:extLst>
          </p:cNvPr>
          <p:cNvSpPr>
            <a:spLocks noGrp="1"/>
          </p:cNvSpPr>
          <p:nvPr>
            <p:ph type="ftr" sz="quarter" idx="11"/>
          </p:nvPr>
        </p:nvSpPr>
        <p:spPr/>
        <p:txBody>
          <a:bodyPr rtlCol="0"/>
          <a:lstStyle>
            <a:defPPr>
              <a:defRPr lang="it-IT"/>
            </a:defPPr>
          </a:lstStyle>
          <a:p>
            <a:pPr rtl="0"/>
            <a:endParaRPr lang="it-IT" dirty="0"/>
          </a:p>
        </p:txBody>
      </p:sp>
      <p:sp>
        <p:nvSpPr>
          <p:cNvPr id="6" name="Segnaposto numero diapositiva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rtlCol="0"/>
          <a:lstStyle>
            <a:defPPr>
              <a:defRPr lang="it-IT"/>
            </a:defPPr>
          </a:lstStyle>
          <a:p>
            <a:pPr rtl="0"/>
            <a:fld id="{DBA1B0FB-D917-4C8C-928F-313BD683BF39}" type="slidenum">
              <a:rPr lang="it-IT" smtClean="0"/>
              <a:t>‹N›</a:t>
            </a:fld>
            <a:endParaRPr lang="it-IT" dirty="0"/>
          </a:p>
        </p:txBody>
      </p:sp>
    </p:spTree>
    <p:extLst>
      <p:ext uri="{BB962C8B-B14F-4D97-AF65-F5344CB8AC3E}">
        <p14:creationId xmlns:p14="http://schemas.microsoft.com/office/powerpoint/2010/main" val="660994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1">
    <p:spTree>
      <p:nvGrpSpPr>
        <p:cNvPr id="1" name=""/>
        <p:cNvGrpSpPr/>
        <p:nvPr/>
      </p:nvGrpSpPr>
      <p:grpSpPr>
        <a:xfrm>
          <a:off x="0" y="0"/>
          <a:ext cx="0" cy="0"/>
          <a:chOff x="0" y="0"/>
          <a:chExt cx="0" cy="0"/>
        </a:xfrm>
      </p:grpSpPr>
      <p:sp>
        <p:nvSpPr>
          <p:cNvPr id="22" name="Ovale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nvGrpSpPr>
          <p:cNvPr id="13" name="Gruppo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igura a mano libera: Forma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21" name="Ovale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sp>
        <p:nvSpPr>
          <p:cNvPr id="2" name="Titolo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508635"/>
            <a:ext cx="11090274" cy="1332000"/>
          </a:xfrm>
        </p:spPr>
        <p:txBody>
          <a:bodyPr rtlCol="0">
            <a:normAutofit/>
          </a:bodyPr>
          <a:lstStyle>
            <a:lvl1pPr>
              <a:lnSpc>
                <a:spcPct val="100000"/>
              </a:lnSpc>
              <a:defRPr lang="it-IT" sz="4000"/>
            </a:lvl1pPr>
          </a:lstStyle>
          <a:p>
            <a:pPr rtl="0"/>
            <a:r>
              <a:rPr lang="it-IT"/>
              <a:t>Fare clic per inserire il titolo</a:t>
            </a:r>
          </a:p>
        </p:txBody>
      </p:sp>
      <p:sp>
        <p:nvSpPr>
          <p:cNvPr id="3" name="Segnaposto contenuto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2097175"/>
            <a:ext cx="5435600" cy="3995650"/>
          </a:xfrm>
        </p:spPr>
        <p:txBody>
          <a:bodyPr rtlCol="0">
            <a:normAutofit/>
          </a:bodyPr>
          <a:lstStyle>
            <a:lvl1pPr marL="0" indent="0">
              <a:spcBef>
                <a:spcPts val="1000"/>
              </a:spcBef>
              <a:buNone/>
              <a:defRPr lang="it-IT" sz="1800">
                <a:solidFill>
                  <a:schemeClr val="tx1"/>
                </a:solidFill>
              </a:defRPr>
            </a:lvl1pPr>
            <a:lvl2pPr marL="228600">
              <a:spcBef>
                <a:spcPts val="1000"/>
              </a:spcBef>
              <a:defRPr lang="it-IT" sz="1800">
                <a:solidFill>
                  <a:schemeClr val="tx1"/>
                </a:solidFill>
              </a:defRPr>
            </a:lvl2pPr>
            <a:lvl3pPr marL="411480" indent="-228600">
              <a:spcBef>
                <a:spcPts val="1000"/>
              </a:spcBef>
              <a:defRPr lang="it-IT" sz="1800">
                <a:solidFill>
                  <a:schemeClr val="tx1"/>
                </a:solidFill>
              </a:defRPr>
            </a:lvl3pPr>
            <a:lvl4pPr marL="594360">
              <a:spcBef>
                <a:spcPts val="1000"/>
              </a:spcBef>
              <a:defRPr lang="it-IT" sz="1800">
                <a:solidFill>
                  <a:schemeClr val="tx1"/>
                </a:solidFill>
              </a:defRPr>
            </a:lvl4pPr>
            <a:lvl5pPr marL="777240">
              <a:spcBef>
                <a:spcPts val="1000"/>
              </a:spcBef>
              <a:defRPr lang="it-IT" sz="1800">
                <a:solidFill>
                  <a:schemeClr val="tx1"/>
                </a:solidFill>
              </a:defRPr>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1" name="Segnaposto contenuto 2">
            <a:extLst>
              <a:ext uri="{FF2B5EF4-FFF2-40B4-BE49-F238E27FC236}">
                <a16:creationId xmlns:a16="http://schemas.microsoft.com/office/drawing/2014/main" id="{6B65629D-0977-C0EA-5E0B-C4822F43DAEE}"/>
              </a:ext>
            </a:extLst>
          </p:cNvPr>
          <p:cNvSpPr>
            <a:spLocks noGrp="1"/>
          </p:cNvSpPr>
          <p:nvPr>
            <p:ph sz="half" idx="13" hasCustomPrompt="1"/>
          </p:nvPr>
        </p:nvSpPr>
        <p:spPr>
          <a:xfrm>
            <a:off x="6205540" y="2097175"/>
            <a:ext cx="5435600" cy="3995650"/>
          </a:xfrm>
        </p:spPr>
        <p:txBody>
          <a:bodyPr rtlCol="0">
            <a:normAutofit/>
          </a:bodyPr>
          <a:lstStyle>
            <a:lvl1pPr marL="0" indent="0">
              <a:spcBef>
                <a:spcPts val="1000"/>
              </a:spcBef>
              <a:buNone/>
              <a:defRPr lang="it-IT" sz="1800">
                <a:solidFill>
                  <a:schemeClr val="tx1"/>
                </a:solidFill>
              </a:defRPr>
            </a:lvl1pPr>
            <a:lvl2pPr marL="228600">
              <a:spcBef>
                <a:spcPts val="1000"/>
              </a:spcBef>
              <a:defRPr lang="it-IT" sz="1800">
                <a:solidFill>
                  <a:schemeClr val="tx1"/>
                </a:solidFill>
              </a:defRPr>
            </a:lvl2pPr>
            <a:lvl3pPr marL="411480" indent="-228600">
              <a:spcBef>
                <a:spcPts val="1000"/>
              </a:spcBef>
              <a:defRPr lang="it-IT" sz="1800">
                <a:solidFill>
                  <a:schemeClr val="tx1"/>
                </a:solidFill>
              </a:defRPr>
            </a:lvl3pPr>
            <a:lvl4pPr marL="594360">
              <a:spcBef>
                <a:spcPts val="1000"/>
              </a:spcBef>
              <a:defRPr lang="it-IT" sz="1800">
                <a:solidFill>
                  <a:schemeClr val="tx1"/>
                </a:solidFill>
              </a:defRPr>
            </a:lvl4pPr>
            <a:lvl5pPr marL="777240">
              <a:spcBef>
                <a:spcPts val="1000"/>
              </a:spcBef>
              <a:defRPr lang="it-IT" sz="1800">
                <a:solidFill>
                  <a:schemeClr val="tx1"/>
                </a:solidFill>
              </a:defRPr>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5" name="Segnaposto data 4">
            <a:extLst>
              <a:ext uri="{FF2B5EF4-FFF2-40B4-BE49-F238E27FC236}">
                <a16:creationId xmlns:a16="http://schemas.microsoft.com/office/drawing/2014/main" id="{BB99A8AF-0998-4613-B1D8-C14ECBFFDF67}"/>
              </a:ext>
            </a:extLst>
          </p:cNvPr>
          <p:cNvSpPr>
            <a:spLocks noGrp="1"/>
          </p:cNvSpPr>
          <p:nvPr>
            <p:ph type="dt" sz="half" idx="10"/>
          </p:nvPr>
        </p:nvSpPr>
        <p:spPr/>
        <p:txBody>
          <a:bodyPr rtlCol="0"/>
          <a:lstStyle>
            <a:defPPr>
              <a:defRPr lang="it-IT"/>
            </a:defPPr>
          </a:lstStyle>
          <a:p>
            <a:pPr rtl="0"/>
            <a:r>
              <a:rPr lang="it-IT"/>
              <a:t>20XX</a:t>
            </a:r>
            <a:endParaRPr lang="it-IT" dirty="0"/>
          </a:p>
        </p:txBody>
      </p:sp>
      <p:sp>
        <p:nvSpPr>
          <p:cNvPr id="6" name="Segnaposto piè di pagina 5">
            <a:extLst>
              <a:ext uri="{FF2B5EF4-FFF2-40B4-BE49-F238E27FC236}">
                <a16:creationId xmlns:a16="http://schemas.microsoft.com/office/drawing/2014/main" id="{66E44EAA-B8A9-4428-A9DF-1174DA940990}"/>
              </a:ext>
            </a:extLst>
          </p:cNvPr>
          <p:cNvSpPr>
            <a:spLocks noGrp="1"/>
          </p:cNvSpPr>
          <p:nvPr>
            <p:ph type="ftr" sz="quarter" idx="11"/>
          </p:nvPr>
        </p:nvSpPr>
        <p:spPr/>
        <p:txBody>
          <a:bodyPr rtlCol="0"/>
          <a:lstStyle>
            <a:defPPr>
              <a:defRPr lang="it-IT"/>
            </a:defPPr>
          </a:lstStyle>
          <a:p>
            <a:pPr rtl="0"/>
            <a:endParaRPr lang="it-IT" dirty="0"/>
          </a:p>
        </p:txBody>
      </p:sp>
      <p:sp>
        <p:nvSpPr>
          <p:cNvPr id="7" name="Segnaposto numero diapositiva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rtlCol="0"/>
          <a:lstStyle>
            <a:defPPr>
              <a:defRPr lang="it-IT"/>
            </a:defPPr>
          </a:lstStyle>
          <a:p>
            <a:pPr rtl="0"/>
            <a:fld id="{DBA1B0FB-D917-4C8C-928F-313BD683BF39}" type="slidenum">
              <a:rPr lang="it-IT" smtClean="0"/>
              <a:t>‹N›</a:t>
            </a:fld>
            <a:endParaRPr lang="it-IT" dirty="0"/>
          </a:p>
        </p:txBody>
      </p:sp>
    </p:spTree>
    <p:extLst>
      <p:ext uri="{BB962C8B-B14F-4D97-AF65-F5344CB8AC3E}">
        <p14:creationId xmlns:p14="http://schemas.microsoft.com/office/powerpoint/2010/main" val="18061194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22" name="Ovale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2" name="Titolo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488315"/>
            <a:ext cx="11090274" cy="1332000"/>
          </a:xfrm>
        </p:spPr>
        <p:txBody>
          <a:bodyPr rtlCol="0">
            <a:normAutofit/>
          </a:bodyPr>
          <a:lstStyle>
            <a:lvl1pPr>
              <a:lnSpc>
                <a:spcPct val="100000"/>
              </a:lnSpc>
              <a:defRPr lang="it-IT" sz="4000"/>
            </a:lvl1pPr>
          </a:lstStyle>
          <a:p>
            <a:pPr rtl="0"/>
            <a:r>
              <a:rPr lang="it-IT"/>
              <a:t>Fare clic per inserire il titolo</a:t>
            </a:r>
          </a:p>
        </p:txBody>
      </p:sp>
      <p:grpSp>
        <p:nvGrpSpPr>
          <p:cNvPr id="11" name="Gruppo 10">
            <a:extLst>
              <a:ext uri="{FF2B5EF4-FFF2-40B4-BE49-F238E27FC236}">
                <a16:creationId xmlns:a16="http://schemas.microsoft.com/office/drawing/2014/main" id="{6EFC6ED4-22DD-0C3B-D15A-218307AB6DF2}"/>
              </a:ext>
              <a:ext uri="{C183D7F6-B498-43B3-948B-1728B52AA6E4}">
                <adec:decorative xmlns:adec="http://schemas.microsoft.com/office/drawing/2017/decorative" val="1"/>
              </a:ext>
            </a:extLst>
          </p:cNvPr>
          <p:cNvGrpSpPr/>
          <p:nvPr userDrawn="1"/>
        </p:nvGrpSpPr>
        <p:grpSpPr>
          <a:xfrm>
            <a:off x="10379261" y="2030035"/>
            <a:ext cx="1335600" cy="1262947"/>
            <a:chOff x="10145015" y="2343978"/>
            <a:chExt cx="1335600" cy="1262947"/>
          </a:xfrm>
        </p:grpSpPr>
        <p:sp>
          <p:nvSpPr>
            <p:cNvPr id="12" name="Figura a mano libera: Forma 25">
              <a:extLst>
                <a:ext uri="{FF2B5EF4-FFF2-40B4-BE49-F238E27FC236}">
                  <a16:creationId xmlns:a16="http://schemas.microsoft.com/office/drawing/2014/main" id="{E4CD0F67-4BE8-1120-FCAE-806F9E18DD58}"/>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14" name="Ovale 13">
              <a:extLst>
                <a:ext uri="{FF2B5EF4-FFF2-40B4-BE49-F238E27FC236}">
                  <a16:creationId xmlns:a16="http://schemas.microsoft.com/office/drawing/2014/main" id="{59B74B85-E3CB-E24E-54C6-AB161411D93A}"/>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sp>
        <p:nvSpPr>
          <p:cNvPr id="15" name="Figura a mano libera: Forma 21">
            <a:extLst>
              <a:ext uri="{FF2B5EF4-FFF2-40B4-BE49-F238E27FC236}">
                <a16:creationId xmlns:a16="http://schemas.microsoft.com/office/drawing/2014/main" id="{5781DEED-6608-D622-CA5E-C91FD8645ED6}"/>
              </a:ext>
              <a:ext uri="{C183D7F6-B498-43B3-948B-1728B52AA6E4}">
                <adec:decorative xmlns:adec="http://schemas.microsoft.com/office/drawing/2017/decorative" val="1"/>
              </a:ext>
            </a:extLst>
          </p:cNvPr>
          <p:cNvSpPr>
            <a:spLocks noChangeAspect="1"/>
          </p:cNvSpPr>
          <p:nvPr userDrawn="1"/>
        </p:nvSpPr>
        <p:spPr>
          <a:xfrm>
            <a:off x="4295775" y="0"/>
            <a:ext cx="360000" cy="274638"/>
          </a:xfrm>
          <a:custGeom>
            <a:avLst/>
            <a:gdLst>
              <a:gd name="connsiteX0" fmla="*/ 30714 w 360000"/>
              <a:gd name="connsiteY0" fmla="*/ 0 h 274638"/>
              <a:gd name="connsiteX1" fmla="*/ 329286 w 360000"/>
              <a:gd name="connsiteY1" fmla="*/ 0 h 274638"/>
              <a:gd name="connsiteX2" fmla="*/ 345855 w 360000"/>
              <a:gd name="connsiteY2" fmla="*/ 24574 h 274638"/>
              <a:gd name="connsiteX3" fmla="*/ 360000 w 360000"/>
              <a:gd name="connsiteY3" fmla="*/ 94638 h 274638"/>
              <a:gd name="connsiteX4" fmla="*/ 180000 w 360000"/>
              <a:gd name="connsiteY4" fmla="*/ 274638 h 274638"/>
              <a:gd name="connsiteX5" fmla="*/ 0 w 360000"/>
              <a:gd name="connsiteY5" fmla="*/ 94638 h 274638"/>
              <a:gd name="connsiteX6" fmla="*/ 14145 w 360000"/>
              <a:gd name="connsiteY6" fmla="*/ 24574 h 2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0" h="274638">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nvGrpSpPr>
          <p:cNvPr id="13" name="Gruppo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igura a mano libera: Forma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21" name="Ovale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sp>
        <p:nvSpPr>
          <p:cNvPr id="3" name="Segnaposto contenuto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1965095"/>
            <a:ext cx="5435600" cy="3995650"/>
          </a:xfrm>
        </p:spPr>
        <p:txBody>
          <a:bodyPr rtlCol="0">
            <a:normAutofit/>
          </a:bodyPr>
          <a:lstStyle>
            <a:lvl1pPr marL="0" indent="0">
              <a:buNone/>
              <a:defRPr lang="it-IT" sz="1800">
                <a:solidFill>
                  <a:schemeClr val="tx1"/>
                </a:solidFill>
              </a:defRPr>
            </a:lvl1pPr>
            <a:lvl2pPr>
              <a:defRPr lang="it-IT" sz="1800">
                <a:solidFill>
                  <a:schemeClr val="tx1"/>
                </a:solidFill>
              </a:defRPr>
            </a:lvl2pPr>
            <a:lvl3pPr>
              <a:defRPr lang="it-IT" sz="1800">
                <a:solidFill>
                  <a:schemeClr val="tx1"/>
                </a:solidFill>
              </a:defRPr>
            </a:lvl3pPr>
            <a:lvl4pPr>
              <a:defRPr lang="it-IT" sz="1800">
                <a:solidFill>
                  <a:schemeClr val="tx1"/>
                </a:solidFill>
              </a:defRPr>
            </a:lvl4pPr>
            <a:lvl5pPr>
              <a:defRPr lang="it-IT" sz="1800">
                <a:solidFill>
                  <a:schemeClr val="tx1"/>
                </a:solidFill>
              </a:defRPr>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16" name="Segnaposto contenuto 2">
            <a:extLst>
              <a:ext uri="{FF2B5EF4-FFF2-40B4-BE49-F238E27FC236}">
                <a16:creationId xmlns:a16="http://schemas.microsoft.com/office/drawing/2014/main" id="{C4B946DE-F802-2F36-2789-09D7F8604081}"/>
              </a:ext>
            </a:extLst>
          </p:cNvPr>
          <p:cNvSpPr>
            <a:spLocks noGrp="1"/>
          </p:cNvSpPr>
          <p:nvPr>
            <p:ph sz="half" idx="13" hasCustomPrompt="1"/>
          </p:nvPr>
        </p:nvSpPr>
        <p:spPr>
          <a:xfrm>
            <a:off x="6301305" y="1965095"/>
            <a:ext cx="5339397" cy="3995650"/>
          </a:xfrm>
        </p:spPr>
        <p:txBody>
          <a:bodyPr rtlCol="0">
            <a:normAutofit/>
          </a:bodyPr>
          <a:lstStyle>
            <a:lvl1pPr marL="0" indent="0">
              <a:buNone/>
              <a:defRPr lang="it-IT" sz="1800">
                <a:solidFill>
                  <a:schemeClr val="tx1"/>
                </a:solidFill>
              </a:defRPr>
            </a:lvl1pPr>
            <a:lvl2pPr>
              <a:defRPr lang="it-IT" sz="1800">
                <a:solidFill>
                  <a:schemeClr val="tx1"/>
                </a:solidFill>
              </a:defRPr>
            </a:lvl2pPr>
            <a:lvl3pPr>
              <a:defRPr lang="it-IT" sz="1800">
                <a:solidFill>
                  <a:schemeClr val="tx1"/>
                </a:solidFill>
              </a:defRPr>
            </a:lvl3pPr>
            <a:lvl4pPr>
              <a:defRPr lang="it-IT" sz="1800">
                <a:solidFill>
                  <a:schemeClr val="tx1"/>
                </a:solidFill>
              </a:defRPr>
            </a:lvl4pPr>
            <a:lvl5pPr>
              <a:defRPr lang="it-IT" sz="1800">
                <a:solidFill>
                  <a:schemeClr val="tx1"/>
                </a:solidFill>
              </a:defRPr>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5" name="Segnaposto data 4">
            <a:extLst>
              <a:ext uri="{FF2B5EF4-FFF2-40B4-BE49-F238E27FC236}">
                <a16:creationId xmlns:a16="http://schemas.microsoft.com/office/drawing/2014/main" id="{BB99A8AF-0998-4613-B1D8-C14ECBFFDF67}"/>
              </a:ext>
            </a:extLst>
          </p:cNvPr>
          <p:cNvSpPr>
            <a:spLocks noGrp="1"/>
          </p:cNvSpPr>
          <p:nvPr>
            <p:ph type="dt" sz="half" idx="10"/>
          </p:nvPr>
        </p:nvSpPr>
        <p:spPr/>
        <p:txBody>
          <a:bodyPr rtlCol="0"/>
          <a:lstStyle>
            <a:defPPr>
              <a:defRPr lang="it-IT"/>
            </a:defPPr>
          </a:lstStyle>
          <a:p>
            <a:pPr rtl="0"/>
            <a:r>
              <a:rPr lang="it-IT"/>
              <a:t>20XX</a:t>
            </a:r>
            <a:endParaRPr lang="it-IT" dirty="0"/>
          </a:p>
        </p:txBody>
      </p:sp>
      <p:sp>
        <p:nvSpPr>
          <p:cNvPr id="6" name="Segnaposto piè di pagina 5">
            <a:extLst>
              <a:ext uri="{FF2B5EF4-FFF2-40B4-BE49-F238E27FC236}">
                <a16:creationId xmlns:a16="http://schemas.microsoft.com/office/drawing/2014/main" id="{66E44EAA-B8A9-4428-A9DF-1174DA940990}"/>
              </a:ext>
            </a:extLst>
          </p:cNvPr>
          <p:cNvSpPr>
            <a:spLocks noGrp="1"/>
          </p:cNvSpPr>
          <p:nvPr>
            <p:ph type="ftr" sz="quarter" idx="11"/>
          </p:nvPr>
        </p:nvSpPr>
        <p:spPr/>
        <p:txBody>
          <a:bodyPr rtlCol="0"/>
          <a:lstStyle>
            <a:defPPr>
              <a:defRPr lang="it-IT"/>
            </a:defPPr>
          </a:lstStyle>
          <a:p>
            <a:pPr rtl="0"/>
            <a:endParaRPr lang="it-IT" dirty="0"/>
          </a:p>
        </p:txBody>
      </p:sp>
      <p:sp>
        <p:nvSpPr>
          <p:cNvPr id="7" name="Segnaposto numero diapositiva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rtlCol="0"/>
          <a:lstStyle>
            <a:defPPr>
              <a:defRPr lang="it-IT"/>
            </a:defPPr>
          </a:lstStyle>
          <a:p>
            <a:pPr rtl="0"/>
            <a:fld id="{DBA1B0FB-D917-4C8C-928F-313BD683BF39}" type="slidenum">
              <a:rPr lang="it-IT" smtClean="0"/>
              <a:t>‹N›</a:t>
            </a:fld>
            <a:endParaRPr lang="it-IT" dirty="0"/>
          </a:p>
        </p:txBody>
      </p:sp>
    </p:spTree>
    <p:extLst>
      <p:ext uri="{BB962C8B-B14F-4D97-AF65-F5344CB8AC3E}">
        <p14:creationId xmlns:p14="http://schemas.microsoft.com/office/powerpoint/2010/main" val="3617165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iusura">
    <p:spTree>
      <p:nvGrpSpPr>
        <p:cNvPr id="1" name=""/>
        <p:cNvGrpSpPr/>
        <p:nvPr/>
      </p:nvGrpSpPr>
      <p:grpSpPr>
        <a:xfrm>
          <a:off x="0" y="0"/>
          <a:ext cx="0" cy="0"/>
          <a:chOff x="0" y="0"/>
          <a:chExt cx="0" cy="0"/>
        </a:xfrm>
      </p:grpSpPr>
      <p:sp>
        <p:nvSpPr>
          <p:cNvPr id="7" name="Ovale 6">
            <a:extLst>
              <a:ext uri="{FF2B5EF4-FFF2-40B4-BE49-F238E27FC236}">
                <a16:creationId xmlns:a16="http://schemas.microsoft.com/office/drawing/2014/main" id="{E57989ED-9663-5033-AA83-267069FC5CEE}"/>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2" name="Titolo 1">
            <a:extLst>
              <a:ext uri="{FF2B5EF4-FFF2-40B4-BE49-F238E27FC236}">
                <a16:creationId xmlns:a16="http://schemas.microsoft.com/office/drawing/2014/main" id="{B1A4B040-51E3-4DA0-B21D-EEE173E7536F}"/>
              </a:ext>
            </a:extLst>
          </p:cNvPr>
          <p:cNvSpPr>
            <a:spLocks noGrp="1"/>
          </p:cNvSpPr>
          <p:nvPr>
            <p:ph type="title" hasCustomPrompt="1"/>
          </p:nvPr>
        </p:nvSpPr>
        <p:spPr>
          <a:xfrm>
            <a:off x="549536" y="549274"/>
            <a:ext cx="5179330" cy="2841829"/>
          </a:xfrm>
        </p:spPr>
        <p:txBody>
          <a:bodyPr vert="horz" wrap="square" lIns="0" tIns="0" rIns="0" bIns="0" rtlCol="0" anchor="b" anchorCtr="0">
            <a:normAutofit/>
          </a:bodyPr>
          <a:lstStyle>
            <a:lvl1pPr>
              <a:defRPr lang="it-IT" sz="5400" dirty="0"/>
            </a:lvl1pPr>
          </a:lstStyle>
          <a:p>
            <a:pPr lvl="0" rtl="0">
              <a:lnSpc>
                <a:spcPct val="100000"/>
              </a:lnSpc>
            </a:pPr>
            <a:r>
              <a:rPr lang="it-IT"/>
              <a:t>Fare clic per inserire il titolo</a:t>
            </a:r>
          </a:p>
        </p:txBody>
      </p:sp>
      <p:sp>
        <p:nvSpPr>
          <p:cNvPr id="3" name="Segnaposto contenuto 2">
            <a:extLst>
              <a:ext uri="{FF2B5EF4-FFF2-40B4-BE49-F238E27FC236}">
                <a16:creationId xmlns:a16="http://schemas.microsoft.com/office/drawing/2014/main" id="{F8A2CD90-429B-4A55-B6C8-DD6CE6994118}"/>
              </a:ext>
            </a:extLst>
          </p:cNvPr>
          <p:cNvSpPr>
            <a:spLocks noGrp="1"/>
          </p:cNvSpPr>
          <p:nvPr>
            <p:ph idx="1" hasCustomPrompt="1"/>
          </p:nvPr>
        </p:nvSpPr>
        <p:spPr>
          <a:xfrm>
            <a:off x="549537" y="3646704"/>
            <a:ext cx="5179330" cy="2706160"/>
          </a:xfrm>
        </p:spPr>
        <p:txBody>
          <a:bodyPr rtlCol="0">
            <a:normAutofit/>
          </a:bodyPr>
          <a:lstStyle>
            <a:lvl1pPr marL="0" indent="0">
              <a:spcBef>
                <a:spcPts val="1000"/>
              </a:spcBef>
              <a:buNone/>
              <a:defRPr lang="it-IT" sz="1800">
                <a:solidFill>
                  <a:schemeClr val="tx1"/>
                </a:solidFill>
              </a:defRPr>
            </a:lvl1pPr>
            <a:lvl2pPr marL="457200" indent="0">
              <a:spcBef>
                <a:spcPts val="1000"/>
              </a:spcBef>
              <a:buNone/>
              <a:defRPr lang="it-IT" sz="1200">
                <a:solidFill>
                  <a:schemeClr val="tx1"/>
                </a:solidFill>
              </a:defRPr>
            </a:lvl2pPr>
            <a:lvl3pPr marL="914400" indent="0">
              <a:spcBef>
                <a:spcPts val="1000"/>
              </a:spcBef>
              <a:buNone/>
              <a:defRPr lang="it-IT" sz="1200">
                <a:solidFill>
                  <a:schemeClr val="tx1"/>
                </a:solidFill>
              </a:defRPr>
            </a:lvl3pPr>
            <a:lvl4pPr marL="1371600" indent="0">
              <a:spcBef>
                <a:spcPts val="1000"/>
              </a:spcBef>
              <a:buNone/>
              <a:defRPr lang="it-IT" sz="1200">
                <a:solidFill>
                  <a:schemeClr val="tx1"/>
                </a:solidFill>
              </a:defRPr>
            </a:lvl4pPr>
            <a:lvl5pPr marL="1828800" indent="0">
              <a:spcBef>
                <a:spcPts val="1000"/>
              </a:spcBef>
              <a:buNone/>
              <a:defRPr lang="it-IT" sz="1200">
                <a:solidFill>
                  <a:schemeClr val="tx1"/>
                </a:solidFill>
              </a:defRPr>
            </a:lvl5pPr>
          </a:lstStyle>
          <a:p>
            <a:pPr lvl="0" rtl="0"/>
            <a:r>
              <a:rPr lang="it-IT"/>
              <a:t>Fai clic per aggiungere contenuto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20" name="Segnaposto immagine 19">
            <a:extLst>
              <a:ext uri="{FF2B5EF4-FFF2-40B4-BE49-F238E27FC236}">
                <a16:creationId xmlns:a16="http://schemas.microsoft.com/office/drawing/2014/main" id="{5392876F-0BBD-F80A-DE7F-8831AD3BF353}"/>
              </a:ext>
            </a:extLst>
          </p:cNvPr>
          <p:cNvSpPr>
            <a:spLocks noGrp="1"/>
          </p:cNvSpPr>
          <p:nvPr>
            <p:ph type="pic" sz="quarter" idx="13" hasCustomPrompt="1"/>
          </p:nvPr>
        </p:nvSpPr>
        <p:spPr>
          <a:xfrm>
            <a:off x="5926138" y="549275"/>
            <a:ext cx="5654675" cy="5788025"/>
          </a:xfrm>
        </p:spPr>
        <p:txBody>
          <a:bodyPr rtlCol="0">
            <a:normAutofit/>
          </a:bodyPr>
          <a:lstStyle>
            <a:lvl1pPr marL="0" indent="0" algn="ctr">
              <a:buNone/>
              <a:defRPr lang="it-IT" sz="2000">
                <a:solidFill>
                  <a:schemeClr val="tx1"/>
                </a:solidFill>
              </a:defRPr>
            </a:lvl1pPr>
          </a:lstStyle>
          <a:p>
            <a:pPr rtl="0"/>
            <a:r>
              <a:rPr lang="it-IT"/>
              <a:t>Fare clic sull'icona per inserire un'immagine</a:t>
            </a:r>
          </a:p>
        </p:txBody>
      </p:sp>
      <p:grpSp>
        <p:nvGrpSpPr>
          <p:cNvPr id="9" name="Gruppo 8">
            <a:extLst>
              <a:ext uri="{FF2B5EF4-FFF2-40B4-BE49-F238E27FC236}">
                <a16:creationId xmlns:a16="http://schemas.microsoft.com/office/drawing/2014/main" id="{64E08E8E-10CB-55BC-8AFF-E64C800B9F89}"/>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0" name="Figura a mano libera: Forma 15">
              <a:extLst>
                <a:ext uri="{FF2B5EF4-FFF2-40B4-BE49-F238E27FC236}">
                  <a16:creationId xmlns:a16="http://schemas.microsoft.com/office/drawing/2014/main" id="{B439260B-AC6B-1C83-1A63-058A7E7EFCC9}"/>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11" name="Ovale 10">
              <a:extLst>
                <a:ext uri="{FF2B5EF4-FFF2-40B4-BE49-F238E27FC236}">
                  <a16:creationId xmlns:a16="http://schemas.microsoft.com/office/drawing/2014/main" id="{4ADD32DC-9BAF-DA32-4E29-A6D403E04377}"/>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grpSp>
        <p:nvGrpSpPr>
          <p:cNvPr id="12" name="Gruppo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igura a mano libera: Forma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solidFill>
                  <a:schemeClr val="tx1"/>
                </a:solidFill>
              </a:endParaRPr>
            </a:p>
          </p:txBody>
        </p:sp>
        <p:sp>
          <p:nvSpPr>
            <p:cNvPr id="14" name="Ovale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15" name="Ovale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16" name="Figura a mano libera: Forma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solidFill>
                  <a:schemeClr val="tx1"/>
                </a:solidFill>
              </a:endParaRPr>
            </a:p>
          </p:txBody>
        </p:sp>
      </p:grpSp>
      <p:sp>
        <p:nvSpPr>
          <p:cNvPr id="4" name="Segnaposto data 3">
            <a:extLst>
              <a:ext uri="{FF2B5EF4-FFF2-40B4-BE49-F238E27FC236}">
                <a16:creationId xmlns:a16="http://schemas.microsoft.com/office/drawing/2014/main" id="{4D4EE704-5DCA-484E-85E0-0E3A7B1C5046}"/>
              </a:ext>
            </a:extLst>
          </p:cNvPr>
          <p:cNvSpPr>
            <a:spLocks noGrp="1"/>
          </p:cNvSpPr>
          <p:nvPr>
            <p:ph type="dt" sz="half" idx="10"/>
          </p:nvPr>
        </p:nvSpPr>
        <p:spPr/>
        <p:txBody>
          <a:bodyPr rtlCol="0"/>
          <a:lstStyle>
            <a:defPPr>
              <a:defRPr lang="it-IT"/>
            </a:defPPr>
          </a:lstStyle>
          <a:p>
            <a:pPr rtl="0"/>
            <a:r>
              <a:rPr lang="it-IT"/>
              <a:t>20XX</a:t>
            </a:r>
            <a:endParaRPr lang="it-IT" dirty="0"/>
          </a:p>
        </p:txBody>
      </p:sp>
      <p:sp>
        <p:nvSpPr>
          <p:cNvPr id="5" name="Segnaposto piè di pagina 4">
            <a:extLst>
              <a:ext uri="{FF2B5EF4-FFF2-40B4-BE49-F238E27FC236}">
                <a16:creationId xmlns:a16="http://schemas.microsoft.com/office/drawing/2014/main" id="{4CA69B66-1C18-44A2-93F7-97DED26F24AB}"/>
              </a:ext>
            </a:extLst>
          </p:cNvPr>
          <p:cNvSpPr>
            <a:spLocks noGrp="1"/>
          </p:cNvSpPr>
          <p:nvPr>
            <p:ph type="ftr" sz="quarter" idx="11"/>
          </p:nvPr>
        </p:nvSpPr>
        <p:spPr/>
        <p:txBody>
          <a:bodyPr rtlCol="0"/>
          <a:lstStyle>
            <a:defPPr>
              <a:defRPr lang="it-IT"/>
            </a:defPPr>
          </a:lstStyle>
          <a:p>
            <a:pPr rtl="0"/>
            <a:endParaRPr lang="it-IT" dirty="0"/>
          </a:p>
        </p:txBody>
      </p:sp>
      <p:sp>
        <p:nvSpPr>
          <p:cNvPr id="6" name="Segnaposto numero diapositiva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rtlCol="0"/>
          <a:lstStyle>
            <a:defPPr>
              <a:defRPr lang="it-IT"/>
            </a:defPPr>
          </a:lstStyle>
          <a:p>
            <a:pPr rtl="0"/>
            <a:fld id="{DBA1B0FB-D917-4C8C-928F-313BD683BF39}" type="slidenum">
              <a:rPr lang="it-IT" smtClean="0"/>
              <a:t>‹N›</a:t>
            </a:fld>
            <a:endParaRPr lang="it-IT" dirty="0"/>
          </a:p>
        </p:txBody>
      </p:sp>
    </p:spTree>
    <p:extLst>
      <p:ext uri="{BB962C8B-B14F-4D97-AF65-F5344CB8AC3E}">
        <p14:creationId xmlns:p14="http://schemas.microsoft.com/office/powerpoint/2010/main" val="3616071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577394-0A20-4CF6-9066-CFC2C1C9D30F}"/>
              </a:ext>
            </a:extLst>
          </p:cNvPr>
          <p:cNvSpPr>
            <a:spLocks noGrp="1"/>
          </p:cNvSpPr>
          <p:nvPr>
            <p:ph type="ctrTitle" hasCustomPrompt="1"/>
          </p:nvPr>
        </p:nvSpPr>
        <p:spPr>
          <a:xfrm>
            <a:off x="3359149" y="389840"/>
            <a:ext cx="8281987" cy="2954655"/>
          </a:xfrm>
        </p:spPr>
        <p:txBody>
          <a:bodyPr rtlCol="0" anchor="t" anchorCtr="0">
            <a:normAutofit/>
          </a:bodyPr>
          <a:lstStyle>
            <a:lvl1pPr algn="l">
              <a:lnSpc>
                <a:spcPct val="100000"/>
              </a:lnSpc>
              <a:defRPr lang="it-IT" sz="6400"/>
            </a:lvl1pPr>
          </a:lstStyle>
          <a:p>
            <a:pPr rtl="0"/>
            <a:r>
              <a:rPr lang="it-IT"/>
              <a:t>Fare clic per inserire il titolo</a:t>
            </a:r>
          </a:p>
        </p:txBody>
      </p:sp>
      <p:sp>
        <p:nvSpPr>
          <p:cNvPr id="3" name="Sottotitolo 2">
            <a:extLst>
              <a:ext uri="{FF2B5EF4-FFF2-40B4-BE49-F238E27FC236}">
                <a16:creationId xmlns:a16="http://schemas.microsoft.com/office/drawing/2014/main" id="{3F10971F-8922-4B23-9C80-0643D7E35026}"/>
              </a:ext>
            </a:extLst>
          </p:cNvPr>
          <p:cNvSpPr>
            <a:spLocks noGrp="1"/>
          </p:cNvSpPr>
          <p:nvPr>
            <p:ph type="subTitle" idx="1" hasCustomPrompt="1"/>
          </p:nvPr>
        </p:nvSpPr>
        <p:spPr>
          <a:xfrm>
            <a:off x="3359149" y="3536951"/>
            <a:ext cx="8281989" cy="2555874"/>
          </a:xfrm>
        </p:spPr>
        <p:txBody>
          <a:bodyPr rtlCol="0">
            <a:normAutofit/>
          </a:bodyPr>
          <a:lstStyle>
            <a:lvl1pPr marL="0" indent="0" algn="l">
              <a:lnSpc>
                <a:spcPct val="100000"/>
              </a:lnSpc>
              <a:buNone/>
              <a:defRPr lang="it-IT" sz="2400">
                <a:solidFill>
                  <a:schemeClr val="tx1"/>
                </a:solidFill>
              </a:defRPr>
            </a:lvl1pPr>
            <a:lvl2pPr marL="457200" indent="0" algn="ctr">
              <a:buNone/>
              <a:defRPr lang="it-IT" sz="2000"/>
            </a:lvl2pPr>
            <a:lvl3pPr marL="914400" indent="0" algn="ctr">
              <a:buNone/>
              <a:defRPr lang="it-IT" sz="1800"/>
            </a:lvl3pPr>
            <a:lvl4pPr marL="1371600" indent="0" algn="ctr">
              <a:buNone/>
              <a:defRPr lang="it-IT" sz="1600"/>
            </a:lvl4pPr>
            <a:lvl5pPr marL="1828800" indent="0" algn="ctr">
              <a:buNone/>
              <a:defRPr lang="it-IT" sz="1600"/>
            </a:lvl5pPr>
            <a:lvl6pPr marL="2286000" indent="0" algn="ctr">
              <a:buNone/>
              <a:defRPr lang="it-IT" sz="1600"/>
            </a:lvl6pPr>
            <a:lvl7pPr marL="2743200" indent="0" algn="ctr">
              <a:buNone/>
              <a:defRPr lang="it-IT" sz="1600"/>
            </a:lvl7pPr>
            <a:lvl8pPr marL="3200400" indent="0" algn="ctr">
              <a:buNone/>
              <a:defRPr lang="it-IT" sz="1600"/>
            </a:lvl8pPr>
            <a:lvl9pPr marL="3657600" indent="0" algn="ctr">
              <a:buNone/>
              <a:defRPr lang="it-IT" sz="1600"/>
            </a:lvl9pPr>
          </a:lstStyle>
          <a:p>
            <a:pPr rtl="0"/>
            <a:r>
              <a:rPr lang="it-IT"/>
              <a:t>Fare clic per inserire il sottotitolo </a:t>
            </a:r>
          </a:p>
        </p:txBody>
      </p:sp>
      <p:sp>
        <p:nvSpPr>
          <p:cNvPr id="4" name="Segnaposto data 3">
            <a:extLst>
              <a:ext uri="{FF2B5EF4-FFF2-40B4-BE49-F238E27FC236}">
                <a16:creationId xmlns:a16="http://schemas.microsoft.com/office/drawing/2014/main" id="{8B1BC074-1090-47AF-BDE8-3859BF574BA6}"/>
              </a:ext>
            </a:extLst>
          </p:cNvPr>
          <p:cNvSpPr>
            <a:spLocks noGrp="1"/>
          </p:cNvSpPr>
          <p:nvPr>
            <p:ph type="dt" sz="half" idx="10"/>
          </p:nvPr>
        </p:nvSpPr>
        <p:spPr/>
        <p:txBody>
          <a:bodyPr rtlCol="0"/>
          <a:lstStyle>
            <a:defPPr>
              <a:defRPr lang="it-IT"/>
            </a:defPPr>
          </a:lstStyle>
          <a:p>
            <a:pPr rtl="0"/>
            <a:r>
              <a:rPr lang="it-IT"/>
              <a:t>20XX</a:t>
            </a:r>
            <a:endParaRPr lang="it-IT" dirty="0"/>
          </a:p>
        </p:txBody>
      </p:sp>
      <p:sp>
        <p:nvSpPr>
          <p:cNvPr id="5" name="Segnaposto piè di pagina 4">
            <a:extLst>
              <a:ext uri="{FF2B5EF4-FFF2-40B4-BE49-F238E27FC236}">
                <a16:creationId xmlns:a16="http://schemas.microsoft.com/office/drawing/2014/main" id="{F1D6522F-D41A-4734-8BD1-BD6E5A37D04C}"/>
              </a:ext>
            </a:extLst>
          </p:cNvPr>
          <p:cNvSpPr>
            <a:spLocks noGrp="1"/>
          </p:cNvSpPr>
          <p:nvPr>
            <p:ph type="ftr" sz="quarter" idx="11"/>
          </p:nvPr>
        </p:nvSpPr>
        <p:spPr/>
        <p:txBody>
          <a:bodyPr rtlCol="0"/>
          <a:lstStyle>
            <a:defPPr>
              <a:defRPr lang="it-IT"/>
            </a:defPPr>
          </a:lstStyle>
          <a:p>
            <a:pPr rtl="0"/>
            <a:endParaRPr lang="it-IT" dirty="0"/>
          </a:p>
        </p:txBody>
      </p:sp>
      <p:sp>
        <p:nvSpPr>
          <p:cNvPr id="6" name="Segnaposto numero diapositiva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rtlCol="0"/>
          <a:lstStyle>
            <a:defPPr>
              <a:defRPr lang="it-IT"/>
            </a:defPPr>
          </a:lstStyle>
          <a:p>
            <a:pPr rtl="0"/>
            <a:fld id="{DBA1B0FB-D917-4C8C-928F-313BD683BF39}" type="slidenum">
              <a:rPr lang="it-IT" smtClean="0"/>
              <a:t>‹N›</a:t>
            </a:fld>
            <a:endParaRPr lang="it-IT" dirty="0"/>
          </a:p>
        </p:txBody>
      </p:sp>
      <p:sp>
        <p:nvSpPr>
          <p:cNvPr id="19" name="Figura a mano libera: Forma 1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20" name="Ovale 1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25" name="Ovale 24">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nvGrpSpPr>
          <p:cNvPr id="34" name="Gruppo 3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p:nvPr/>
        </p:nvGrpSpPr>
        <p:grpSpPr>
          <a:xfrm>
            <a:off x="1329952" y="4524379"/>
            <a:ext cx="1980001" cy="1363916"/>
            <a:chOff x="4879602" y="3781429"/>
            <a:chExt cx="1980001" cy="1363916"/>
          </a:xfrm>
        </p:grpSpPr>
        <p:sp>
          <p:nvSpPr>
            <p:cNvPr id="35" name="Figura a mano libera: Forma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p>
          </p:txBody>
        </p:sp>
        <p:sp>
          <p:nvSpPr>
            <p:cNvPr id="36" name="Figura a mano libera: Forma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stStyle>
            <a:p>
              <a:pPr algn="ctr" rtl="0"/>
              <a:endParaRPr lang="it-IT" dirty="0">
                <a:solidFill>
                  <a:schemeClr val="tx1"/>
                </a:solidFill>
              </a:endParaRPr>
            </a:p>
          </p:txBody>
        </p:sp>
        <p:sp>
          <p:nvSpPr>
            <p:cNvPr id="37" name="Ovale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sp>
          <p:nvSpPr>
            <p:cNvPr id="38" name="Ovale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it-IT"/>
              </a:defPPr>
            </a:lstStyle>
            <a:p>
              <a:pPr algn="ctr" rtl="0"/>
              <a:endParaRPr lang="it-IT" dirty="0"/>
            </a:p>
          </p:txBody>
        </p:sp>
      </p:grpSp>
    </p:spTree>
    <p:extLst>
      <p:ext uri="{BB962C8B-B14F-4D97-AF65-F5344CB8AC3E}">
        <p14:creationId xmlns:p14="http://schemas.microsoft.com/office/powerpoint/2010/main" val="34123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defPPr>
              <a:defRPr lang="it-IT"/>
            </a:defPPr>
          </a:lstStyle>
          <a:p>
            <a:pPr lvl="0" rtl="0">
              <a:lnSpc>
                <a:spcPct val="100000"/>
              </a:lnSpc>
            </a:pPr>
            <a:r>
              <a:rPr lang="it-IT"/>
              <a:t>Fare clic per modificare lo stile del titolo</a:t>
            </a:r>
            <a:endParaRPr lang="it-IT" dirty="0"/>
          </a:p>
        </p:txBody>
      </p:sp>
      <p:sp>
        <p:nvSpPr>
          <p:cNvPr id="3" name="Segnaposto testo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defPPr>
              <a:defRPr lang="it-IT"/>
            </a:defPPr>
          </a:lstStyle>
          <a:p>
            <a:pPr lvl="0" rtl="0"/>
            <a:r>
              <a:rPr lang="it-IT"/>
              <a:t>Fare clic per modificare lo stile del titolo</a:t>
            </a:r>
          </a:p>
          <a:p>
            <a:pPr lvl="1" rtl="0"/>
            <a:r>
              <a:rPr lang="it-IT"/>
              <a:t>Secondo livello</a:t>
            </a:r>
          </a:p>
          <a:p>
            <a:pPr lvl="2" rtl="0"/>
            <a:r>
              <a:rPr lang="it-IT"/>
              <a:t>Terzo livello</a:t>
            </a:r>
          </a:p>
          <a:p>
            <a:pPr lvl="3" rtl="0"/>
            <a:r>
              <a:rPr lang="it-IT"/>
              <a:t>Quarto livello</a:t>
            </a:r>
          </a:p>
          <a:p>
            <a:pPr lvl="4" rtl="0"/>
            <a:r>
              <a:rPr lang="it-IT"/>
              <a:t>Quinto livello</a:t>
            </a:r>
          </a:p>
        </p:txBody>
      </p:sp>
      <p:sp>
        <p:nvSpPr>
          <p:cNvPr id="4" name="Segnaposto data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lang="it-IT" sz="1000">
                <a:solidFill>
                  <a:schemeClr val="tx1">
                    <a:alpha val="80000"/>
                  </a:schemeClr>
                </a:solidFill>
              </a:defRPr>
            </a:lvl1pPr>
          </a:lstStyle>
          <a:p>
            <a:pPr rtl="0"/>
            <a:r>
              <a:rPr lang="it-IT"/>
              <a:t>20XX</a:t>
            </a:r>
            <a:endParaRPr lang="it-IT" dirty="0"/>
          </a:p>
        </p:txBody>
      </p:sp>
      <p:sp>
        <p:nvSpPr>
          <p:cNvPr id="5" name="Segnaposto piè di pagina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lang="it-IT" sz="1000">
                <a:solidFill>
                  <a:schemeClr val="tx1">
                    <a:alpha val="80000"/>
                  </a:schemeClr>
                </a:solidFill>
              </a:defRPr>
            </a:lvl1pPr>
          </a:lstStyle>
          <a:p>
            <a:pPr rtl="0"/>
            <a:endParaRPr lang="it-IT" dirty="0"/>
          </a:p>
        </p:txBody>
      </p:sp>
      <p:sp>
        <p:nvSpPr>
          <p:cNvPr id="6" name="Segnaposto numero diapositiva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lang="it-IT" sz="1000">
                <a:solidFill>
                  <a:schemeClr val="tx1">
                    <a:alpha val="80000"/>
                  </a:schemeClr>
                </a:solidFill>
              </a:defRPr>
            </a:lvl1pPr>
          </a:lstStyle>
          <a:p>
            <a:pPr rtl="0"/>
            <a:fld id="{DBA1B0FB-D917-4C8C-928F-313BD683BF39}" type="slidenum">
              <a:rPr lang="it-IT" smtClean="0"/>
              <a:pPr/>
              <a:t>‹N›</a:t>
            </a:fld>
            <a:endParaRPr lang="it-IT" dirty="0"/>
          </a:p>
        </p:txBody>
      </p:sp>
    </p:spTree>
    <p:extLst>
      <p:ext uri="{BB962C8B-B14F-4D97-AF65-F5344CB8AC3E}">
        <p14:creationId xmlns:p14="http://schemas.microsoft.com/office/powerpoint/2010/main" val="2521255718"/>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703" r:id="rId3"/>
    <p:sldLayoutId id="2147483704" r:id="rId4"/>
    <p:sldLayoutId id="2147483688" r:id="rId5"/>
    <p:sldLayoutId id="2147483686" r:id="rId6"/>
    <p:sldLayoutId id="2147483685" r:id="rId7"/>
  </p:sldLayoutIdLst>
  <p:hf sldNum="0" hdr="0" ftr="0" dt="0"/>
  <p:txStyles>
    <p:titleStyle>
      <a:lvl1pPr algn="l" defTabSz="914400" rtl="0" eaLnBrk="1" latinLnBrk="0" hangingPunct="1">
        <a:lnSpc>
          <a:spcPct val="90000"/>
        </a:lnSpc>
        <a:spcBef>
          <a:spcPct val="0"/>
        </a:spcBef>
        <a:buNone/>
        <a:defRPr lang="it-IT"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lang="it-IT"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lang="it-IT"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lang="it-IT"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lang="it-IT"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lang="it-IT"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p:bodyStyle>
    <p:otherStyle>
      <a:defPPr>
        <a:defRPr lang="it-IT"/>
      </a:defPPr>
      <a:lvl1pPr marL="0" algn="l" defTabSz="914400" rtl="0" eaLnBrk="1" latinLnBrk="0" hangingPunct="1">
        <a:defRPr lang="it-IT" sz="1800" kern="1200">
          <a:solidFill>
            <a:schemeClr val="tx1"/>
          </a:solidFill>
          <a:latin typeface="+mn-lt"/>
          <a:ea typeface="+mn-ea"/>
          <a:cs typeface="+mn-cs"/>
        </a:defRPr>
      </a:lvl1pPr>
      <a:lvl2pPr marL="457200" algn="l" defTabSz="914400" rtl="0" eaLnBrk="1" latinLnBrk="0" hangingPunct="1">
        <a:defRPr lang="it-IT" sz="1800" kern="1200">
          <a:solidFill>
            <a:schemeClr val="tx1"/>
          </a:solidFill>
          <a:latin typeface="+mn-lt"/>
          <a:ea typeface="+mn-ea"/>
          <a:cs typeface="+mn-cs"/>
        </a:defRPr>
      </a:lvl2pPr>
      <a:lvl3pPr marL="914400" algn="l" defTabSz="914400" rtl="0" eaLnBrk="1" latinLnBrk="0" hangingPunct="1">
        <a:defRPr lang="it-IT" sz="1800" kern="1200">
          <a:solidFill>
            <a:schemeClr val="tx1"/>
          </a:solidFill>
          <a:latin typeface="+mn-lt"/>
          <a:ea typeface="+mn-ea"/>
          <a:cs typeface="+mn-cs"/>
        </a:defRPr>
      </a:lvl3pPr>
      <a:lvl4pPr marL="1371600" algn="l" defTabSz="914400" rtl="0" eaLnBrk="1" latinLnBrk="0" hangingPunct="1">
        <a:defRPr lang="it-IT" sz="1800" kern="1200">
          <a:solidFill>
            <a:schemeClr val="tx1"/>
          </a:solidFill>
          <a:latin typeface="+mn-lt"/>
          <a:ea typeface="+mn-ea"/>
          <a:cs typeface="+mn-cs"/>
        </a:defRPr>
      </a:lvl4pPr>
      <a:lvl5pPr marL="1828800" algn="l" defTabSz="914400" rtl="0" eaLnBrk="1" latinLnBrk="0" hangingPunct="1">
        <a:defRPr lang="it-IT" sz="1800" kern="1200">
          <a:solidFill>
            <a:schemeClr val="tx1"/>
          </a:solidFill>
          <a:latin typeface="+mn-lt"/>
          <a:ea typeface="+mn-ea"/>
          <a:cs typeface="+mn-cs"/>
        </a:defRPr>
      </a:lvl5pPr>
      <a:lvl6pPr marL="2286000" algn="l" defTabSz="914400" rtl="0" eaLnBrk="1" latinLnBrk="0" hangingPunct="1">
        <a:defRPr lang="it-IT" sz="1800" kern="1200">
          <a:solidFill>
            <a:schemeClr val="tx1"/>
          </a:solidFill>
          <a:latin typeface="+mn-lt"/>
          <a:ea typeface="+mn-ea"/>
          <a:cs typeface="+mn-cs"/>
        </a:defRPr>
      </a:lvl6pPr>
      <a:lvl7pPr marL="2743200" algn="l" defTabSz="914400" rtl="0" eaLnBrk="1" latinLnBrk="0" hangingPunct="1">
        <a:defRPr lang="it-IT" sz="1800" kern="1200">
          <a:solidFill>
            <a:schemeClr val="tx1"/>
          </a:solidFill>
          <a:latin typeface="+mn-lt"/>
          <a:ea typeface="+mn-ea"/>
          <a:cs typeface="+mn-cs"/>
        </a:defRPr>
      </a:lvl7pPr>
      <a:lvl8pPr marL="3200400" algn="l" defTabSz="914400" rtl="0" eaLnBrk="1" latinLnBrk="0" hangingPunct="1">
        <a:defRPr lang="it-IT" sz="1800" kern="1200">
          <a:solidFill>
            <a:schemeClr val="tx1"/>
          </a:solidFill>
          <a:latin typeface="+mn-lt"/>
          <a:ea typeface="+mn-ea"/>
          <a:cs typeface="+mn-cs"/>
        </a:defRPr>
      </a:lvl8pPr>
      <a:lvl9pPr marL="3657600" algn="l" defTabSz="914400" rtl="0" eaLnBrk="1" latinLnBrk="0" hangingPunct="1">
        <a:defRPr lang="it-IT"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P-ietro/Importanza-della-struttura-del-dataset-per-la-fase-di-fine-tuning-di-YOLOv8-per-image-semgentation.git"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10047101-8D42-6100-9CEA-AEC0FAEAB606}"/>
              </a:ext>
            </a:extLst>
          </p:cNvPr>
          <p:cNvSpPr>
            <a:spLocks noGrp="1"/>
          </p:cNvSpPr>
          <p:nvPr>
            <p:ph type="title"/>
          </p:nvPr>
        </p:nvSpPr>
        <p:spPr>
          <a:xfrm>
            <a:off x="7018020" y="662937"/>
            <a:ext cx="4300013" cy="5542025"/>
          </a:xfrm>
          <a:noFill/>
        </p:spPr>
        <p:txBody>
          <a:bodyPr rtlCol="0" anchor="ctr">
            <a:noAutofit/>
          </a:bodyPr>
          <a:lstStyle>
            <a:defPPr>
              <a:defRPr lang="it-IT"/>
            </a:defPPr>
          </a:lstStyle>
          <a:p>
            <a:pPr rtl="0"/>
            <a:r>
              <a:rPr lang="it-IT" sz="4000" dirty="0"/>
              <a:t>Importanza del dataset nella fase di fine-tuning</a:t>
            </a:r>
            <a:br>
              <a:rPr lang="it-IT" sz="4000" dirty="0"/>
            </a:br>
            <a:br>
              <a:rPr lang="it-IT" dirty="0"/>
            </a:br>
            <a:r>
              <a:rPr lang="it-IT" sz="1400" dirty="0"/>
              <a:t>Cavallo Andrea</a:t>
            </a:r>
            <a:br>
              <a:rPr lang="it-IT" sz="1400" dirty="0"/>
            </a:br>
            <a:r>
              <a:rPr lang="it-IT" sz="1400" dirty="0"/>
              <a:t>Mazza Pietro</a:t>
            </a:r>
            <a:br>
              <a:rPr lang="it-IT" sz="1400" dirty="0"/>
            </a:br>
            <a:r>
              <a:rPr lang="it-IT" sz="1400" dirty="0"/>
              <a:t>Ravagli Amedeo</a:t>
            </a:r>
          </a:p>
        </p:txBody>
      </p:sp>
      <p:pic>
        <p:nvPicPr>
          <p:cNvPr id="8" name="Segnaposto immagine 13" descr="Sfondo digitale con punti dati">
            <a:extLst>
              <a:ext uri="{FF2B5EF4-FFF2-40B4-BE49-F238E27FC236}">
                <a16:creationId xmlns:a16="http://schemas.microsoft.com/office/drawing/2014/main" id="{53227D59-33F9-9DDB-1C5C-A938A989EE5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l="7936" r="7936"/>
          <a:stretch/>
        </p:blipFill>
        <p:spPr>
          <a:xfrm>
            <a:off x="0" y="0"/>
            <a:ext cx="6267450" cy="6858000"/>
          </a:xfrm>
        </p:spPr>
      </p:pic>
    </p:spTree>
    <p:extLst>
      <p:ext uri="{BB962C8B-B14F-4D97-AF65-F5344CB8AC3E}">
        <p14:creationId xmlns:p14="http://schemas.microsoft.com/office/powerpoint/2010/main" val="2803092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5D5BE93-0252-3CC3-B567-14EC47EB8C7F}"/>
              </a:ext>
            </a:extLst>
          </p:cNvPr>
          <p:cNvSpPr>
            <a:spLocks noGrp="1"/>
          </p:cNvSpPr>
          <p:nvPr>
            <p:ph type="title"/>
          </p:nvPr>
        </p:nvSpPr>
        <p:spPr>
          <a:xfrm>
            <a:off x="550863" y="483924"/>
            <a:ext cx="11090275" cy="1684059"/>
          </a:xfrm>
        </p:spPr>
        <p:txBody>
          <a:bodyPr rtlCol="0"/>
          <a:lstStyle>
            <a:defPPr>
              <a:defRPr lang="it-IT"/>
            </a:defPPr>
          </a:lstStyle>
          <a:p>
            <a:pPr rtl="0"/>
            <a:r>
              <a:rPr lang="it-IT"/>
              <a:t>Capitoli</a:t>
            </a:r>
            <a:endParaRPr lang="it-IT" dirty="0"/>
          </a:p>
        </p:txBody>
      </p:sp>
      <p:sp>
        <p:nvSpPr>
          <p:cNvPr id="3" name="Segnaposto contenuto 2">
            <a:extLst>
              <a:ext uri="{FF2B5EF4-FFF2-40B4-BE49-F238E27FC236}">
                <a16:creationId xmlns:a16="http://schemas.microsoft.com/office/drawing/2014/main" id="{1ABCA07C-1908-B1EB-82FA-EC63DAAF4CF4}"/>
              </a:ext>
            </a:extLst>
          </p:cNvPr>
          <p:cNvSpPr>
            <a:spLocks noGrp="1"/>
          </p:cNvSpPr>
          <p:nvPr>
            <p:ph sz="quarter" idx="13"/>
          </p:nvPr>
        </p:nvSpPr>
        <p:spPr>
          <a:xfrm>
            <a:off x="550863" y="2419350"/>
            <a:ext cx="11090274" cy="3913188"/>
          </a:xfrm>
        </p:spPr>
        <p:txBody>
          <a:bodyPr vert="horz" wrap="square" lIns="0" tIns="0" rIns="0" bIns="0" rtlCol="0" anchor="t">
            <a:normAutofit/>
          </a:bodyPr>
          <a:lstStyle>
            <a:defPPr>
              <a:defRPr lang="it-IT"/>
            </a:defPPr>
          </a:lstStyle>
          <a:p>
            <a:pPr rtl="0"/>
            <a:r>
              <a:rPr lang="it-IT" dirty="0"/>
              <a:t>Introduzione</a:t>
            </a:r>
          </a:p>
          <a:p>
            <a:pPr rtl="0"/>
            <a:r>
              <a:rPr lang="it-IT"/>
              <a:t>Data</a:t>
            </a:r>
            <a:endParaRPr lang="it-IT" dirty="0"/>
          </a:p>
          <a:p>
            <a:pPr rtl="0"/>
            <a:r>
              <a:rPr lang="it-IT" dirty="0"/>
              <a:t>Metodo</a:t>
            </a:r>
          </a:p>
          <a:p>
            <a:pPr rtl="0"/>
            <a:r>
              <a:rPr lang="it-IT" dirty="0"/>
              <a:t>Risultati</a:t>
            </a:r>
          </a:p>
          <a:p>
            <a:pPr rtl="0"/>
            <a:r>
              <a:rPr lang="it-IT" dirty="0"/>
              <a:t>Conclusioni</a:t>
            </a:r>
          </a:p>
        </p:txBody>
      </p:sp>
    </p:spTree>
    <p:extLst>
      <p:ext uri="{BB962C8B-B14F-4D97-AF65-F5344CB8AC3E}">
        <p14:creationId xmlns:p14="http://schemas.microsoft.com/office/powerpoint/2010/main" val="2665045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72343A-9CB0-F2AD-EF62-5DEE3E97F956}"/>
              </a:ext>
            </a:extLst>
          </p:cNvPr>
          <p:cNvSpPr>
            <a:spLocks noGrp="1"/>
          </p:cNvSpPr>
          <p:nvPr>
            <p:ph type="title"/>
          </p:nvPr>
        </p:nvSpPr>
        <p:spPr>
          <a:xfrm>
            <a:off x="550862" y="498474"/>
            <a:ext cx="7960421" cy="1450217"/>
          </a:xfrm>
        </p:spPr>
        <p:txBody>
          <a:bodyPr rtlCol="0"/>
          <a:lstStyle>
            <a:defPPr>
              <a:defRPr lang="it-IT"/>
            </a:defPPr>
          </a:lstStyle>
          <a:p>
            <a:pPr rtl="0"/>
            <a:r>
              <a:rPr lang="it-IT" dirty="0"/>
              <a:t>Introduzione</a:t>
            </a:r>
          </a:p>
        </p:txBody>
      </p:sp>
      <p:sp>
        <p:nvSpPr>
          <p:cNvPr id="3" name="Segnaposto contenuto 2">
            <a:extLst>
              <a:ext uri="{FF2B5EF4-FFF2-40B4-BE49-F238E27FC236}">
                <a16:creationId xmlns:a16="http://schemas.microsoft.com/office/drawing/2014/main" id="{1C6744DD-5BC8-42C8-4313-13CE95ED575B}"/>
              </a:ext>
            </a:extLst>
          </p:cNvPr>
          <p:cNvSpPr>
            <a:spLocks noGrp="1"/>
          </p:cNvSpPr>
          <p:nvPr>
            <p:ph idx="1"/>
          </p:nvPr>
        </p:nvSpPr>
        <p:spPr>
          <a:xfrm>
            <a:off x="581343" y="2103039"/>
            <a:ext cx="7929940" cy="3979625"/>
          </a:xfrm>
        </p:spPr>
        <p:txBody>
          <a:bodyPr rtlCol="0"/>
          <a:lstStyle>
            <a:defPPr>
              <a:defRPr lang="it-IT"/>
            </a:defPPr>
          </a:lstStyle>
          <a:p>
            <a:pPr marL="0" indent="0" algn="just" rtl="0">
              <a:buNone/>
            </a:pPr>
            <a:r>
              <a:rPr lang="it-IT" dirty="0"/>
              <a:t>Vista la grande importanza della fase di fine-tuning, nella quale il dataset può non essere di grandi dimensioni, ci siamo concentrati sull’analisi dell’impatto che la struttura e la composizione del dataset, in termini di immagini reali e sintetiche, hanno sulle performance della rete.</a:t>
            </a:r>
          </a:p>
          <a:p>
            <a:pPr marL="0" indent="0" algn="just" rtl="0">
              <a:buNone/>
            </a:pPr>
            <a:r>
              <a:rPr lang="it-IT" dirty="0"/>
              <a:t>Ci siamo concentrati nello specifico sul task di segmentazioni di loghi da immagini utilizzando YOLOv8.</a:t>
            </a:r>
          </a:p>
        </p:txBody>
      </p:sp>
    </p:spTree>
    <p:extLst>
      <p:ext uri="{BB962C8B-B14F-4D97-AF65-F5344CB8AC3E}">
        <p14:creationId xmlns:p14="http://schemas.microsoft.com/office/powerpoint/2010/main" val="652841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72343A-9CB0-F2AD-EF62-5DEE3E97F956}"/>
              </a:ext>
            </a:extLst>
          </p:cNvPr>
          <p:cNvSpPr>
            <a:spLocks noGrp="1"/>
          </p:cNvSpPr>
          <p:nvPr>
            <p:ph type="title"/>
          </p:nvPr>
        </p:nvSpPr>
        <p:spPr>
          <a:xfrm>
            <a:off x="550862" y="498474"/>
            <a:ext cx="7960421" cy="1450217"/>
          </a:xfrm>
        </p:spPr>
        <p:txBody>
          <a:bodyPr rtlCol="0"/>
          <a:lstStyle>
            <a:defPPr>
              <a:defRPr lang="it-IT"/>
            </a:defPPr>
          </a:lstStyle>
          <a:p>
            <a:pPr rtl="0"/>
            <a:r>
              <a:rPr lang="it-IT" dirty="0"/>
              <a:t>Data</a:t>
            </a:r>
          </a:p>
        </p:txBody>
      </p:sp>
      <p:sp>
        <p:nvSpPr>
          <p:cNvPr id="3" name="Segnaposto contenuto 2">
            <a:extLst>
              <a:ext uri="{FF2B5EF4-FFF2-40B4-BE49-F238E27FC236}">
                <a16:creationId xmlns:a16="http://schemas.microsoft.com/office/drawing/2014/main" id="{1C6744DD-5BC8-42C8-4313-13CE95ED575B}"/>
              </a:ext>
            </a:extLst>
          </p:cNvPr>
          <p:cNvSpPr>
            <a:spLocks noGrp="1"/>
          </p:cNvSpPr>
          <p:nvPr>
            <p:ph idx="1"/>
          </p:nvPr>
        </p:nvSpPr>
        <p:spPr>
          <a:xfrm>
            <a:off x="581343" y="2103039"/>
            <a:ext cx="6034610" cy="3979625"/>
          </a:xfrm>
        </p:spPr>
        <p:txBody>
          <a:bodyPr vert="horz" wrap="square" lIns="0" tIns="0" rIns="0" bIns="0" rtlCol="0" anchor="t">
            <a:normAutofit/>
          </a:bodyPr>
          <a:lstStyle>
            <a:defPPr>
              <a:defRPr lang="it-IT"/>
            </a:defPPr>
          </a:lstStyle>
          <a:p>
            <a:pPr marL="0" indent="0" algn="just" rtl="0">
              <a:buNone/>
            </a:pPr>
            <a:r>
              <a:rPr lang="it-IT" dirty="0"/>
              <a:t>I dataset utilizzati sono stati generati a partire da un pool di immagini comuni.</a:t>
            </a:r>
          </a:p>
          <a:p>
            <a:pPr marL="0" indent="0" algn="just" rtl="0">
              <a:buNone/>
            </a:pPr>
            <a:r>
              <a:rPr lang="it-IT" dirty="0"/>
              <a:t>Questo insieme di partenza contiene:</a:t>
            </a:r>
          </a:p>
          <a:p>
            <a:pPr algn="just"/>
            <a:r>
              <a:rPr lang="it-IT" dirty="0"/>
              <a:t>circa 4000 immagini reali</a:t>
            </a:r>
            <a:r>
              <a:rPr lang="it-IT"/>
              <a:t>,</a:t>
            </a:r>
            <a:r>
              <a:rPr lang="it-IT" dirty="0"/>
              <a:t> </a:t>
            </a:r>
            <a:r>
              <a:rPr lang="it-IT"/>
              <a:t>raccolte</a:t>
            </a:r>
            <a:r>
              <a:rPr lang="it-IT" dirty="0"/>
              <a:t> da Google Immagini e da </a:t>
            </a:r>
            <a:r>
              <a:rPr lang="it-IT"/>
              <a:t>BelgaLogos,</a:t>
            </a:r>
            <a:r>
              <a:rPr lang="it-IT" dirty="0"/>
              <a:t> e segmentate manualmente</a:t>
            </a:r>
          </a:p>
          <a:p>
            <a:pPr algn="just"/>
            <a:r>
              <a:rPr lang="it-IT" dirty="0"/>
              <a:t>Circa 87000 immagini sintetiche generate a partire da file .png di loghi ad alta risoluzione sovrapposti ad immagini di sfondo, ricavate da Google.</a:t>
            </a:r>
          </a:p>
          <a:p>
            <a:pPr marL="0" indent="0" algn="just">
              <a:buNone/>
            </a:pPr>
            <a:endParaRPr lang="it-IT" dirty="0"/>
          </a:p>
        </p:txBody>
      </p:sp>
      <p:pic>
        <p:nvPicPr>
          <p:cNvPr id="5" name="Immagine 4" descr="Immagine che contiene nero, silhouette&#10;&#10;Descrizione generata automaticamente">
            <a:extLst>
              <a:ext uri="{FF2B5EF4-FFF2-40B4-BE49-F238E27FC236}">
                <a16:creationId xmlns:a16="http://schemas.microsoft.com/office/drawing/2014/main" id="{AA2C87CB-BA53-EADB-3A81-2BA80161F6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90916" y="3624114"/>
            <a:ext cx="2557933" cy="1458022"/>
          </a:xfrm>
          <a:prstGeom prst="rect">
            <a:avLst/>
          </a:prstGeom>
        </p:spPr>
      </p:pic>
      <p:pic>
        <p:nvPicPr>
          <p:cNvPr id="7" name="Immagine 6" descr="Immagine che contiene erba, aria aperta, calciatore, calcio/football americano&#10;&#10;Descrizione generata automaticamente">
            <a:extLst>
              <a:ext uri="{FF2B5EF4-FFF2-40B4-BE49-F238E27FC236}">
                <a16:creationId xmlns:a16="http://schemas.microsoft.com/office/drawing/2014/main" id="{2E1CB2BD-24E3-E16F-B39D-7E76302E3F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2983" y="3633070"/>
            <a:ext cx="2557934" cy="1458023"/>
          </a:xfrm>
          <a:prstGeom prst="rect">
            <a:avLst/>
          </a:prstGeom>
        </p:spPr>
      </p:pic>
      <p:pic>
        <p:nvPicPr>
          <p:cNvPr id="9" name="Immagine 8" descr="Immagine che contiene oscurità, nero, luce, notte&#10;&#10;Descrizione generata automaticamente">
            <a:extLst>
              <a:ext uri="{FF2B5EF4-FFF2-40B4-BE49-F238E27FC236}">
                <a16:creationId xmlns:a16="http://schemas.microsoft.com/office/drawing/2014/main" id="{06F80080-B75F-DAF7-99BA-33ED81A11F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90917" y="1418204"/>
            <a:ext cx="2557970" cy="1926000"/>
          </a:xfrm>
          <a:prstGeom prst="rect">
            <a:avLst/>
          </a:prstGeom>
        </p:spPr>
      </p:pic>
      <p:pic>
        <p:nvPicPr>
          <p:cNvPr id="11" name="Immagine 10" descr="Immagine che contiene aria aperta, cielo, automobile, Veicolo terrestre&#10;&#10;Descrizione generata automaticamente">
            <a:extLst>
              <a:ext uri="{FF2B5EF4-FFF2-40B4-BE49-F238E27FC236}">
                <a16:creationId xmlns:a16="http://schemas.microsoft.com/office/drawing/2014/main" id="{DD88DCC1-A95C-DB97-4342-0BE078A426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32983" y="1418230"/>
            <a:ext cx="2557934" cy="1925974"/>
          </a:xfrm>
          <a:prstGeom prst="rect">
            <a:avLst/>
          </a:prstGeom>
        </p:spPr>
      </p:pic>
    </p:spTree>
    <p:extLst>
      <p:ext uri="{BB962C8B-B14F-4D97-AF65-F5344CB8AC3E}">
        <p14:creationId xmlns:p14="http://schemas.microsoft.com/office/powerpoint/2010/main" val="4200074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72343A-9CB0-F2AD-EF62-5DEE3E97F956}"/>
              </a:ext>
            </a:extLst>
          </p:cNvPr>
          <p:cNvSpPr>
            <a:spLocks noGrp="1"/>
          </p:cNvSpPr>
          <p:nvPr>
            <p:ph type="title"/>
          </p:nvPr>
        </p:nvSpPr>
        <p:spPr>
          <a:xfrm>
            <a:off x="550862" y="498474"/>
            <a:ext cx="7960421" cy="1450217"/>
          </a:xfrm>
        </p:spPr>
        <p:txBody>
          <a:bodyPr rtlCol="0"/>
          <a:lstStyle>
            <a:defPPr>
              <a:defRPr lang="it-IT"/>
            </a:defPPr>
          </a:lstStyle>
          <a:p>
            <a:pPr rtl="0"/>
            <a:r>
              <a:rPr lang="it-IT" dirty="0"/>
              <a:t>Metodi</a:t>
            </a:r>
          </a:p>
        </p:txBody>
      </p:sp>
      <p:sp>
        <p:nvSpPr>
          <p:cNvPr id="3" name="Segnaposto contenuto 2">
            <a:extLst>
              <a:ext uri="{FF2B5EF4-FFF2-40B4-BE49-F238E27FC236}">
                <a16:creationId xmlns:a16="http://schemas.microsoft.com/office/drawing/2014/main" id="{1C6744DD-5BC8-42C8-4313-13CE95ED575B}"/>
              </a:ext>
            </a:extLst>
          </p:cNvPr>
          <p:cNvSpPr>
            <a:spLocks noGrp="1"/>
          </p:cNvSpPr>
          <p:nvPr>
            <p:ph idx="1"/>
          </p:nvPr>
        </p:nvSpPr>
        <p:spPr>
          <a:xfrm>
            <a:off x="581343" y="2103039"/>
            <a:ext cx="7960420" cy="3979625"/>
          </a:xfrm>
        </p:spPr>
        <p:txBody>
          <a:bodyPr rtlCol="0"/>
          <a:lstStyle>
            <a:defPPr>
              <a:defRPr lang="it-IT"/>
            </a:defPPr>
          </a:lstStyle>
          <a:p>
            <a:pPr marL="0" indent="0" algn="just">
              <a:buNone/>
            </a:pPr>
            <a:r>
              <a:rPr lang="it-IT" dirty="0"/>
              <a:t>Per generare i vari dataset per da utilizzare per l’addestramento della rete, abbiamo definito la struttura in termini di: </a:t>
            </a:r>
          </a:p>
          <a:p>
            <a:pPr algn="just"/>
            <a:r>
              <a:rPr lang="it-IT" dirty="0"/>
              <a:t>Numero di loghi</a:t>
            </a:r>
          </a:p>
          <a:p>
            <a:pPr algn="just"/>
            <a:r>
              <a:rPr lang="it-IT" dirty="0"/>
              <a:t>Numero di immagini sintetiche per logo</a:t>
            </a:r>
          </a:p>
          <a:p>
            <a:pPr algn="just"/>
            <a:r>
              <a:rPr lang="it-IT" dirty="0"/>
              <a:t>Numero di immagini reali per logo</a:t>
            </a:r>
          </a:p>
          <a:p>
            <a:pPr marL="0" indent="0" algn="just">
              <a:buNone/>
            </a:pPr>
            <a:r>
              <a:rPr lang="it-IT" dirty="0"/>
              <a:t>Abbiamo poi selezionato in modo casuale L loghi e raccolto dall’insieme di immagini totali S immagini sintetiche e R immagini reali, in modo casuale, per ogni logo. </a:t>
            </a:r>
          </a:p>
          <a:p>
            <a:pPr marL="0" indent="0" algn="just">
              <a:buNone/>
            </a:pPr>
            <a:r>
              <a:rPr lang="it-IT" dirty="0"/>
              <a:t>Il dataset ottenuti in questo modo sono stati poi divisi in due sezioni, una di training contenente il 90% delle immagini totali e una di validazione con il restante 10%.</a:t>
            </a:r>
          </a:p>
        </p:txBody>
      </p:sp>
    </p:spTree>
    <p:extLst>
      <p:ext uri="{BB962C8B-B14F-4D97-AF65-F5344CB8AC3E}">
        <p14:creationId xmlns:p14="http://schemas.microsoft.com/office/powerpoint/2010/main" val="3635606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72343A-9CB0-F2AD-EF62-5DEE3E97F956}"/>
              </a:ext>
            </a:extLst>
          </p:cNvPr>
          <p:cNvSpPr>
            <a:spLocks noGrp="1"/>
          </p:cNvSpPr>
          <p:nvPr>
            <p:ph type="title"/>
          </p:nvPr>
        </p:nvSpPr>
        <p:spPr>
          <a:xfrm>
            <a:off x="550862" y="498474"/>
            <a:ext cx="7960421" cy="1450217"/>
          </a:xfrm>
        </p:spPr>
        <p:txBody>
          <a:bodyPr rtlCol="0"/>
          <a:lstStyle>
            <a:defPPr>
              <a:defRPr lang="it-IT"/>
            </a:defPPr>
          </a:lstStyle>
          <a:p>
            <a:pPr rtl="0"/>
            <a:r>
              <a:rPr lang="it-IT" dirty="0"/>
              <a:t>Metodi</a:t>
            </a:r>
          </a:p>
        </p:txBody>
      </p:sp>
      <p:sp>
        <p:nvSpPr>
          <p:cNvPr id="3" name="Segnaposto contenuto 2">
            <a:extLst>
              <a:ext uri="{FF2B5EF4-FFF2-40B4-BE49-F238E27FC236}">
                <a16:creationId xmlns:a16="http://schemas.microsoft.com/office/drawing/2014/main" id="{1C6744DD-5BC8-42C8-4313-13CE95ED575B}"/>
              </a:ext>
            </a:extLst>
          </p:cNvPr>
          <p:cNvSpPr>
            <a:spLocks noGrp="1"/>
          </p:cNvSpPr>
          <p:nvPr>
            <p:ph idx="1"/>
          </p:nvPr>
        </p:nvSpPr>
        <p:spPr>
          <a:xfrm>
            <a:off x="581343" y="2103039"/>
            <a:ext cx="7960420" cy="3979625"/>
          </a:xfrm>
        </p:spPr>
        <p:txBody>
          <a:bodyPr rtlCol="0"/>
          <a:lstStyle>
            <a:defPPr>
              <a:defRPr lang="it-IT"/>
            </a:defPPr>
          </a:lstStyle>
          <a:p>
            <a:pPr marL="0" indent="0" algn="just">
              <a:buNone/>
            </a:pPr>
            <a:r>
              <a:rPr lang="it-IT" dirty="0"/>
              <a:t>Per la fase di test abbiamo utilizzato due dataset diversi per verificare per performance della rete dopo i training fatti con i vari dataset di addestramento:</a:t>
            </a:r>
          </a:p>
          <a:p>
            <a:pPr algn="just"/>
            <a:r>
              <a:rPr lang="it-IT" dirty="0"/>
              <a:t>Nel primo caso abbiamo usato immagini reali (10 immagini per logo), mai viste, dei loghi con cui la rete era stata allenata, per testare la bontà con cui riconosce loghi già visti.</a:t>
            </a:r>
          </a:p>
          <a:p>
            <a:pPr algn="just"/>
            <a:r>
              <a:rPr lang="it-IT" dirty="0"/>
              <a:t>Nel secondo caso abbiamo utilizzato immagini reali di 50 loghi (20 immagini reali per logo) che non aveva mai visto per poter analizzare la capacità della modello di generalizzare.</a:t>
            </a:r>
          </a:p>
        </p:txBody>
      </p:sp>
    </p:spTree>
    <p:extLst>
      <p:ext uri="{BB962C8B-B14F-4D97-AF65-F5344CB8AC3E}">
        <p14:creationId xmlns:p14="http://schemas.microsoft.com/office/powerpoint/2010/main" val="28573653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72343A-9CB0-F2AD-EF62-5DEE3E97F956}"/>
              </a:ext>
            </a:extLst>
          </p:cNvPr>
          <p:cNvSpPr>
            <a:spLocks noGrp="1"/>
          </p:cNvSpPr>
          <p:nvPr>
            <p:ph type="title"/>
          </p:nvPr>
        </p:nvSpPr>
        <p:spPr>
          <a:xfrm>
            <a:off x="550862" y="498474"/>
            <a:ext cx="7960421" cy="1450217"/>
          </a:xfrm>
        </p:spPr>
        <p:txBody>
          <a:bodyPr rtlCol="0"/>
          <a:lstStyle>
            <a:defPPr>
              <a:defRPr lang="it-IT"/>
            </a:defPPr>
          </a:lstStyle>
          <a:p>
            <a:pPr rtl="0"/>
            <a:r>
              <a:rPr lang="it-IT" dirty="0"/>
              <a:t>Risultati</a:t>
            </a:r>
          </a:p>
        </p:txBody>
      </p:sp>
      <p:pic>
        <p:nvPicPr>
          <p:cNvPr id="5" name="Segnaposto contenuto 4" descr="Immagine che contiene testo, schermata, linea, Diagramma&#10;&#10;Descrizione generata automaticamente">
            <a:extLst>
              <a:ext uri="{FF2B5EF4-FFF2-40B4-BE49-F238E27FC236}">
                <a16:creationId xmlns:a16="http://schemas.microsoft.com/office/drawing/2014/main" id="{BBF37817-2C19-7D36-ABF3-A8A74A6F04B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190028" y="1038945"/>
            <a:ext cx="4451110" cy="2685782"/>
          </a:xfrm>
        </p:spPr>
      </p:pic>
      <p:pic>
        <p:nvPicPr>
          <p:cNvPr id="7" name="Immagine 6" descr="Immagine che contiene testo, schermata, linea, Carattere&#10;&#10;Descrizione generata automaticamente">
            <a:extLst>
              <a:ext uri="{FF2B5EF4-FFF2-40B4-BE49-F238E27FC236}">
                <a16:creationId xmlns:a16="http://schemas.microsoft.com/office/drawing/2014/main" id="{8542F541-46B5-D9CB-B6CE-18C4645C3A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0028" y="3948472"/>
            <a:ext cx="4451110" cy="2690167"/>
          </a:xfrm>
          <a:prstGeom prst="rect">
            <a:avLst/>
          </a:prstGeom>
        </p:spPr>
      </p:pic>
      <p:sp>
        <p:nvSpPr>
          <p:cNvPr id="10" name="Segnaposto contenuto 2">
            <a:extLst>
              <a:ext uri="{FF2B5EF4-FFF2-40B4-BE49-F238E27FC236}">
                <a16:creationId xmlns:a16="http://schemas.microsoft.com/office/drawing/2014/main" id="{87AF36D3-FDBC-90AE-894E-80C202A6738D}"/>
              </a:ext>
            </a:extLst>
          </p:cNvPr>
          <p:cNvSpPr txBox="1">
            <a:spLocks/>
          </p:cNvSpPr>
          <p:nvPr/>
        </p:nvSpPr>
        <p:spPr>
          <a:xfrm>
            <a:off x="581343" y="2103039"/>
            <a:ext cx="6348846" cy="3979625"/>
          </a:xfrm>
          <a:prstGeom prst="rect">
            <a:avLst/>
          </a:prstGeom>
        </p:spPr>
        <p:txBody>
          <a:bodyPr vert="horz" wrap="square" lIns="0" tIns="0" rIns="0" bIns="0" rtlCol="0">
            <a:normAutofit lnSpcReduction="10000"/>
          </a:bodyPr>
          <a:lstStyle>
            <a:defPPr>
              <a:defRPr lang="it-IT"/>
            </a:defPPr>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lang="it-IT"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lang="it-IT" sz="12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lang="it-IT" sz="12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lang="it-IT"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lang="it-IT"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it-IT" sz="1800" kern="1200">
                <a:solidFill>
                  <a:schemeClr val="tx1"/>
                </a:solidFill>
                <a:latin typeface="+mn-lt"/>
                <a:ea typeface="+mn-ea"/>
                <a:cs typeface="+mn-cs"/>
              </a:defRPr>
            </a:lvl9pPr>
          </a:lstStyle>
          <a:p>
            <a:pPr marL="0" indent="0" algn="just">
              <a:buNone/>
            </a:pPr>
            <a:r>
              <a:rPr lang="it-IT" dirty="0"/>
              <a:t>I risultati che abbiamo ottenuto dimostrano che:</a:t>
            </a:r>
          </a:p>
          <a:p>
            <a:pPr algn="just"/>
            <a:r>
              <a:rPr lang="it-IT" dirty="0"/>
              <a:t>Le reti allenate con sole 5 immagini reali per logo migliorano le prestazioni del doppio rispetto a quelle allenati con sole immagini sintetiche.</a:t>
            </a:r>
          </a:p>
          <a:p>
            <a:pPr algn="just"/>
            <a:r>
              <a:rPr lang="it-IT" dirty="0"/>
              <a:t>Avere più immagini sintetiche migliora l’apprendimento dei singoli loghi che la rete ha già visto (come si vede nella figura in alto per s100 e s300)</a:t>
            </a:r>
          </a:p>
          <a:p>
            <a:pPr algn="just"/>
            <a:r>
              <a:rPr lang="it-IT" dirty="0"/>
              <a:t>Avere più loghi in fase di addestramento aiuta la rete a generalizzare meglio il concetto di logo, aiutando a riconoscere loghi mai visti ( vedi figura in basso la differenza tra test 100 e test 50)</a:t>
            </a:r>
          </a:p>
        </p:txBody>
      </p:sp>
    </p:spTree>
    <p:extLst>
      <p:ext uri="{BB962C8B-B14F-4D97-AF65-F5344CB8AC3E}">
        <p14:creationId xmlns:p14="http://schemas.microsoft.com/office/powerpoint/2010/main" val="2353109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C72343A-9CB0-F2AD-EF62-5DEE3E97F956}"/>
              </a:ext>
            </a:extLst>
          </p:cNvPr>
          <p:cNvSpPr>
            <a:spLocks noGrp="1"/>
          </p:cNvSpPr>
          <p:nvPr>
            <p:ph type="title"/>
          </p:nvPr>
        </p:nvSpPr>
        <p:spPr>
          <a:xfrm>
            <a:off x="550863" y="488315"/>
            <a:ext cx="11090274" cy="1332000"/>
          </a:xfrm>
        </p:spPr>
        <p:txBody>
          <a:bodyPr wrap="square" rtlCol="0" anchor="t">
            <a:normAutofit/>
          </a:bodyPr>
          <a:lstStyle>
            <a:defPPr>
              <a:defRPr lang="it-IT"/>
            </a:defPPr>
          </a:lstStyle>
          <a:p>
            <a:pPr rtl="0"/>
            <a:r>
              <a:rPr lang="it-IT" dirty="0"/>
              <a:t>Conclusioni</a:t>
            </a:r>
          </a:p>
        </p:txBody>
      </p:sp>
      <p:sp>
        <p:nvSpPr>
          <p:cNvPr id="3" name="Segnaposto contenuto 2">
            <a:extLst>
              <a:ext uri="{FF2B5EF4-FFF2-40B4-BE49-F238E27FC236}">
                <a16:creationId xmlns:a16="http://schemas.microsoft.com/office/drawing/2014/main" id="{1C6744DD-5BC8-42C8-4313-13CE95ED575B}"/>
              </a:ext>
            </a:extLst>
          </p:cNvPr>
          <p:cNvSpPr>
            <a:spLocks noGrp="1"/>
          </p:cNvSpPr>
          <p:nvPr>
            <p:ph sz="half" idx="1"/>
          </p:nvPr>
        </p:nvSpPr>
        <p:spPr>
          <a:xfrm>
            <a:off x="550862" y="1965095"/>
            <a:ext cx="5435600" cy="3995650"/>
          </a:xfrm>
        </p:spPr>
        <p:txBody>
          <a:bodyPr wrap="square" rtlCol="0">
            <a:normAutofit/>
          </a:bodyPr>
          <a:lstStyle>
            <a:defPPr>
              <a:defRPr lang="it-IT"/>
            </a:defPPr>
          </a:lstStyle>
          <a:p>
            <a:pPr marL="0" indent="0">
              <a:buNone/>
            </a:pPr>
            <a:r>
              <a:rPr lang="it-IT"/>
              <a:t>In conclusione abbiamo verificato che si ha un significativo miglioramento nelle performance del modello addestrato all’aumentare del rapporto tra immagini reali e immagini sintetiche, e molto meno importante all’aumentare della mole di immagini fornite alla rete.</a:t>
            </a:r>
          </a:p>
          <a:p>
            <a:pPr marL="0" indent="0">
              <a:buNone/>
            </a:pPr>
            <a:r>
              <a:rPr lang="it-IT"/>
              <a:t>I risultati dai noi ottenuti dimostrano quindi che per la fase di fine-tuning, benché sia possibile espandere il dataset con immagini sintetiche, ci devono essere sufficienti dati reali da permettere alla rete di apprendere il contesto in cui l’oggetto di interesse può esistere.</a:t>
            </a:r>
          </a:p>
        </p:txBody>
      </p:sp>
      <p:pic>
        <p:nvPicPr>
          <p:cNvPr id="7" name="Immagine 6" descr="Immagine che contiene testo, automobile, Veicolo terrestre, veicolo&#10;&#10;Descrizione generata automaticamente">
            <a:extLst>
              <a:ext uri="{FF2B5EF4-FFF2-40B4-BE49-F238E27FC236}">
                <a16:creationId xmlns:a16="http://schemas.microsoft.com/office/drawing/2014/main" id="{265D4CF6-519C-4F95-3252-E6CC4B698388}"/>
              </a:ext>
            </a:extLst>
          </p:cNvPr>
          <p:cNvPicPr>
            <a:picLocks noChangeAspect="1"/>
          </p:cNvPicPr>
          <p:nvPr/>
        </p:nvPicPr>
        <p:blipFill rotWithShape="1">
          <a:blip r:embed="rId3">
            <a:extLst>
              <a:ext uri="{28A0092B-C50C-407E-A947-70E740481C1C}">
                <a14:useLocalDpi xmlns:a14="http://schemas.microsoft.com/office/drawing/2010/main" val="0"/>
              </a:ext>
            </a:extLst>
          </a:blip>
          <a:srcRect r="50000"/>
          <a:stretch/>
        </p:blipFill>
        <p:spPr>
          <a:xfrm>
            <a:off x="6301740" y="1125632"/>
            <a:ext cx="5339397" cy="5244053"/>
          </a:xfrm>
          <a:prstGeom prst="rect">
            <a:avLst/>
          </a:prstGeom>
          <a:noFill/>
        </p:spPr>
      </p:pic>
    </p:spTree>
    <p:extLst>
      <p:ext uri="{BB962C8B-B14F-4D97-AF65-F5344CB8AC3E}">
        <p14:creationId xmlns:p14="http://schemas.microsoft.com/office/powerpoint/2010/main" val="666333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8BAC361-0D7A-DC05-86B5-6DD77D322F5B}"/>
              </a:ext>
            </a:extLst>
          </p:cNvPr>
          <p:cNvSpPr>
            <a:spLocks noGrp="1"/>
          </p:cNvSpPr>
          <p:nvPr>
            <p:ph type="title"/>
          </p:nvPr>
        </p:nvSpPr>
        <p:spPr>
          <a:xfrm>
            <a:off x="549536" y="549274"/>
            <a:ext cx="5179330" cy="2841829"/>
          </a:xfrm>
          <a:noFill/>
        </p:spPr>
        <p:txBody>
          <a:bodyPr rtlCol="0" anchor="b">
            <a:normAutofit/>
          </a:bodyPr>
          <a:lstStyle>
            <a:defPPr>
              <a:defRPr lang="it-IT"/>
            </a:defPPr>
          </a:lstStyle>
          <a:p>
            <a:pPr rtl="0"/>
            <a:r>
              <a:rPr lang="it-IT"/>
              <a:t>Grazie</a:t>
            </a:r>
          </a:p>
        </p:txBody>
      </p:sp>
      <p:sp>
        <p:nvSpPr>
          <p:cNvPr id="3" name="Segnaposto contenuto 2">
            <a:extLst>
              <a:ext uri="{FF2B5EF4-FFF2-40B4-BE49-F238E27FC236}">
                <a16:creationId xmlns:a16="http://schemas.microsoft.com/office/drawing/2014/main" id="{1BE98EFF-197D-3136-70B9-7BBD30A48931}"/>
              </a:ext>
            </a:extLst>
          </p:cNvPr>
          <p:cNvSpPr>
            <a:spLocks noGrp="1"/>
          </p:cNvSpPr>
          <p:nvPr>
            <p:ph idx="1"/>
          </p:nvPr>
        </p:nvSpPr>
        <p:spPr>
          <a:xfrm>
            <a:off x="611187" y="5363260"/>
            <a:ext cx="4913714" cy="974040"/>
          </a:xfrm>
          <a:noFill/>
        </p:spPr>
        <p:txBody>
          <a:bodyPr rtlCol="0">
            <a:normAutofit/>
          </a:bodyPr>
          <a:lstStyle>
            <a:defPPr>
              <a:defRPr lang="it-IT"/>
            </a:defPPr>
          </a:lstStyle>
          <a:p>
            <a:pPr rtl="0"/>
            <a:r>
              <a:rPr lang="it-IT" dirty="0">
                <a:hlinkClick r:id="rId3"/>
              </a:rPr>
              <a:t>https://github.com/P-ietro/Importanza-della-struttura-del-dataset-per-la-fase-di-fine-tuning-di-YOLOv8-per-image-semgentation.git</a:t>
            </a:r>
            <a:endParaRPr lang="it-IT" dirty="0"/>
          </a:p>
        </p:txBody>
      </p:sp>
      <p:pic>
        <p:nvPicPr>
          <p:cNvPr id="25" name="Segnaposto immagine 24" descr="Primo piano di una rete">
            <a:extLst>
              <a:ext uri="{FF2B5EF4-FFF2-40B4-BE49-F238E27FC236}">
                <a16:creationId xmlns:a16="http://schemas.microsoft.com/office/drawing/2014/main" id="{41A1C574-72C6-642F-E4D2-FF0C993AEF78}"/>
              </a:ext>
            </a:extLst>
          </p:cNvPr>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t="1" b="1"/>
          <a:stretch/>
        </p:blipFill>
        <p:spPr>
          <a:xfrm>
            <a:off x="5926138" y="549275"/>
            <a:ext cx="5654675" cy="5788025"/>
          </a:xfrm>
        </p:spPr>
      </p:pic>
    </p:spTree>
    <p:extLst>
      <p:ext uri="{BB962C8B-B14F-4D97-AF65-F5344CB8AC3E}">
        <p14:creationId xmlns:p14="http://schemas.microsoft.com/office/powerpoint/2010/main" val="2547630249"/>
      </p:ext>
    </p:extLst>
  </p:cSld>
  <p:clrMapOvr>
    <a:masterClrMapping/>
  </p:clrMapOvr>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976251_TF33713516_Win32" id="{18E7266F-96A5-45BC-8F75-28F2B348725F}" vid="{DE50EE8B-DC84-4D58-B6DF-908844BA4D20}"/>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F49CD38-5B57-4682-9FCE-B9174068D0AE}">
  <ds:schemaRefs>
    <ds:schemaRef ds:uri="http://schemas.microsoft.com/sharepoint/v3/contenttype/forms"/>
  </ds:schemaRefs>
</ds:datastoreItem>
</file>

<file path=customXml/itemProps2.xml><?xml version="1.0" encoding="utf-8"?>
<ds:datastoreItem xmlns:ds="http://schemas.openxmlformats.org/officeDocument/2006/customXml" ds:itemID="{797783A8-901D-4F73-81D7-AA6841BEB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342EE1-43E5-4AFB-895D-B61B9656DC14}">
  <ds:schemaRefs>
    <ds:schemaRef ds:uri="http://schemas.microsoft.com/office/2006/documentManagement/types"/>
    <ds:schemaRef ds:uri="http://schemas.microsoft.com/sharepoint/v3"/>
    <ds:schemaRef ds:uri="http://purl.org/dc/dcmitype/"/>
    <ds:schemaRef ds:uri="http://purl.org/dc/elements/1.1/"/>
    <ds:schemaRef ds:uri="http://purl.org/dc/terms/"/>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230e9df3-be65-4c73-a93b-d1236ebd677e"/>
    <ds:schemaRef ds:uri="16c05727-aa75-4e4a-9b5f-8a80a1165891"/>
    <ds:schemaRef ds:uri="71af3243-3dd4-4a8d-8c0d-dd76da1f02a5"/>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{22610DCC-6432-42D5-9BA1-E115CB47B158}tf33713516_win32</Template>
  <TotalTime>1247</TotalTime>
  <Words>554</Words>
  <Application>Microsoft Office PowerPoint</Application>
  <PresentationFormat>Widescreen</PresentationFormat>
  <Paragraphs>45</Paragraphs>
  <Slides>9</Slides>
  <Notes>9</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9</vt:i4>
      </vt:variant>
    </vt:vector>
  </HeadingPairs>
  <TitlesOfParts>
    <vt:vector size="14" baseType="lpstr">
      <vt:lpstr>Arial</vt:lpstr>
      <vt:lpstr>Calibri</vt:lpstr>
      <vt:lpstr>Gill Sans MT</vt:lpstr>
      <vt:lpstr>Walbaum Display</vt:lpstr>
      <vt:lpstr>3DFloatVTI</vt:lpstr>
      <vt:lpstr>Importanza del dataset nella fase di fine-tuning  Cavallo Andrea Mazza Pietro Ravagli Amedeo</vt:lpstr>
      <vt:lpstr>Capitoli</vt:lpstr>
      <vt:lpstr>Introduzione</vt:lpstr>
      <vt:lpstr>Data</vt:lpstr>
      <vt:lpstr>Metodi</vt:lpstr>
      <vt:lpstr>Metodi</vt:lpstr>
      <vt:lpstr>Risultati</vt:lpstr>
      <vt:lpstr>Conclusioni</vt:lpstr>
      <vt:lpstr>Grazie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Importanza del dataset nella fase di fine-tuning  Cavallo Andrea Mazza Pietro Ravagli Amedeo</dc:title>
  <dc:creator>Mazza  Pietro</dc:creator>
  <cp:lastModifiedBy>Ravagli  Amedeo</cp:lastModifiedBy>
  <cp:revision>1</cp:revision>
  <dcterms:created xsi:type="dcterms:W3CDTF">2024-07-17T09:01:48Z</dcterms:created>
  <dcterms:modified xsi:type="dcterms:W3CDTF">2024-07-18T10:30:41Z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